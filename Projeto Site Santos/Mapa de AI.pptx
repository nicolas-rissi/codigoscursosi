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8C8A27-1EC9-4B46-A1FF-74D4878349E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719321F8-4378-4105-863F-CF72FA2F1342}">
      <dgm:prSet phldrT="[Texto]"/>
      <dgm:spPr/>
      <dgm:t>
        <a:bodyPr/>
        <a:lstStyle/>
        <a:p>
          <a:r>
            <a:rPr lang="pt-BR" dirty="0"/>
            <a:t>Index</a:t>
          </a:r>
        </a:p>
      </dgm:t>
    </dgm:pt>
    <dgm:pt modelId="{0A2DE53E-7014-47DB-A587-F6D8BDC46860}" type="parTrans" cxnId="{A6EF4767-B02A-4A17-80CE-4ADEC5FF24AD}">
      <dgm:prSet/>
      <dgm:spPr/>
      <dgm:t>
        <a:bodyPr/>
        <a:lstStyle/>
        <a:p>
          <a:endParaRPr lang="pt-BR"/>
        </a:p>
      </dgm:t>
    </dgm:pt>
    <dgm:pt modelId="{86595CED-54A5-498B-840E-4F549642FCF0}" type="sibTrans" cxnId="{A6EF4767-B02A-4A17-80CE-4ADEC5FF24AD}">
      <dgm:prSet/>
      <dgm:spPr/>
      <dgm:t>
        <a:bodyPr/>
        <a:lstStyle/>
        <a:p>
          <a:endParaRPr lang="pt-BR"/>
        </a:p>
      </dgm:t>
    </dgm:pt>
    <dgm:pt modelId="{CF218401-D62B-47C0-A64B-0291EC5AD419}">
      <dgm:prSet phldrT="[Texto]"/>
      <dgm:spPr/>
      <dgm:t>
        <a:bodyPr/>
        <a:lstStyle/>
        <a:p>
          <a:r>
            <a:rPr lang="pt-BR" dirty="0" smtClean="0"/>
            <a:t>Home</a:t>
          </a:r>
          <a:endParaRPr lang="pt-BR" dirty="0"/>
        </a:p>
      </dgm:t>
    </dgm:pt>
    <dgm:pt modelId="{37057676-2983-4567-9ED1-02BA3D711A2A}" type="parTrans" cxnId="{F3B7A183-45DD-496A-88CC-79999C4EE7BA}">
      <dgm:prSet/>
      <dgm:spPr/>
      <dgm:t>
        <a:bodyPr/>
        <a:lstStyle/>
        <a:p>
          <a:endParaRPr lang="pt-BR"/>
        </a:p>
      </dgm:t>
    </dgm:pt>
    <dgm:pt modelId="{870573DE-6FFA-4706-AB10-695A3A176070}" type="sibTrans" cxnId="{F3B7A183-45DD-496A-88CC-79999C4EE7BA}">
      <dgm:prSet/>
      <dgm:spPr/>
      <dgm:t>
        <a:bodyPr/>
        <a:lstStyle/>
        <a:p>
          <a:endParaRPr lang="pt-BR"/>
        </a:p>
      </dgm:t>
    </dgm:pt>
    <dgm:pt modelId="{17CE6382-3527-4F74-B651-3C57EB97ADD3}">
      <dgm:prSet/>
      <dgm:spPr/>
      <dgm:t>
        <a:bodyPr/>
        <a:lstStyle/>
        <a:p>
          <a:r>
            <a:rPr lang="pt-BR" dirty="0"/>
            <a:t>Serviços</a:t>
          </a:r>
        </a:p>
      </dgm:t>
    </dgm:pt>
    <dgm:pt modelId="{485F0D90-1D58-4DFD-87FA-676A367E1343}" type="parTrans" cxnId="{34C676CB-1A1E-4802-9910-C689A2616F9A}">
      <dgm:prSet/>
      <dgm:spPr/>
      <dgm:t>
        <a:bodyPr/>
        <a:lstStyle/>
        <a:p>
          <a:endParaRPr lang="pt-BR"/>
        </a:p>
      </dgm:t>
    </dgm:pt>
    <dgm:pt modelId="{7B7BEF3F-82EC-4921-9228-56D3A7DDE3F9}" type="sibTrans" cxnId="{34C676CB-1A1E-4802-9910-C689A2616F9A}">
      <dgm:prSet/>
      <dgm:spPr/>
      <dgm:t>
        <a:bodyPr/>
        <a:lstStyle/>
        <a:p>
          <a:endParaRPr lang="pt-BR"/>
        </a:p>
      </dgm:t>
    </dgm:pt>
    <dgm:pt modelId="{6EEE78BB-454A-4CEE-A45D-57E033480960}">
      <dgm:prSet/>
      <dgm:spPr/>
      <dgm:t>
        <a:bodyPr/>
        <a:lstStyle/>
        <a:p>
          <a:r>
            <a:rPr lang="pt-BR" dirty="0"/>
            <a:t>Contato</a:t>
          </a:r>
        </a:p>
      </dgm:t>
    </dgm:pt>
    <dgm:pt modelId="{E025930D-0A04-4CBC-B475-417B4E41A1CE}" type="parTrans" cxnId="{0145461A-EA09-4936-8439-462E8667D986}">
      <dgm:prSet/>
      <dgm:spPr/>
      <dgm:t>
        <a:bodyPr/>
        <a:lstStyle/>
        <a:p>
          <a:endParaRPr lang="pt-BR"/>
        </a:p>
      </dgm:t>
    </dgm:pt>
    <dgm:pt modelId="{99AD4315-C4C4-4945-A0A5-2FBE6F794427}" type="sibTrans" cxnId="{0145461A-EA09-4936-8439-462E8667D986}">
      <dgm:prSet/>
      <dgm:spPr/>
      <dgm:t>
        <a:bodyPr/>
        <a:lstStyle/>
        <a:p>
          <a:endParaRPr lang="pt-BR"/>
        </a:p>
      </dgm:t>
    </dgm:pt>
    <dgm:pt modelId="{FCB0327C-4786-43D0-BDD7-20CA4B437BDC}">
      <dgm:prSet/>
      <dgm:spPr/>
      <dgm:t>
        <a:bodyPr/>
        <a:lstStyle/>
        <a:p>
          <a:r>
            <a:rPr lang="pt-BR" dirty="0"/>
            <a:t>Mapa do Site</a:t>
          </a:r>
        </a:p>
      </dgm:t>
    </dgm:pt>
    <dgm:pt modelId="{56B3E3FD-4290-4C84-AA29-45BD45B4C14A}" type="parTrans" cxnId="{9C6E4A55-7A69-4AAE-B94E-E0491C9F5B08}">
      <dgm:prSet/>
      <dgm:spPr/>
      <dgm:t>
        <a:bodyPr/>
        <a:lstStyle/>
        <a:p>
          <a:endParaRPr lang="pt-BR"/>
        </a:p>
      </dgm:t>
    </dgm:pt>
    <dgm:pt modelId="{4521B5D4-0716-4157-B832-B6EEA904482E}" type="sibTrans" cxnId="{9C6E4A55-7A69-4AAE-B94E-E0491C9F5B08}">
      <dgm:prSet/>
      <dgm:spPr/>
      <dgm:t>
        <a:bodyPr/>
        <a:lstStyle/>
        <a:p>
          <a:endParaRPr lang="pt-BR"/>
        </a:p>
      </dgm:t>
    </dgm:pt>
    <dgm:pt modelId="{96CD9EE6-9E26-423C-A705-7480FD8F5E30}">
      <dgm:prSet phldrT="[Texto]"/>
      <dgm:spPr/>
      <dgm:t>
        <a:bodyPr/>
        <a:lstStyle/>
        <a:p>
          <a:r>
            <a:rPr lang="pt-BR" dirty="0" smtClean="0"/>
            <a:t>Quem Somos?</a:t>
          </a:r>
          <a:endParaRPr lang="pt-BR" dirty="0"/>
        </a:p>
      </dgm:t>
    </dgm:pt>
    <dgm:pt modelId="{59D8D389-9E28-4CFF-A14C-DE4FF1DB21D4}" type="parTrans" cxnId="{8B6C2BB2-4E7B-4DDD-B733-2033483EDD62}">
      <dgm:prSet/>
      <dgm:spPr/>
      <dgm:t>
        <a:bodyPr/>
        <a:lstStyle/>
        <a:p>
          <a:endParaRPr lang="pt-BR"/>
        </a:p>
      </dgm:t>
    </dgm:pt>
    <dgm:pt modelId="{45284790-7122-4DF5-8F43-D70A4919386F}" type="sibTrans" cxnId="{8B6C2BB2-4E7B-4DDD-B733-2033483EDD62}">
      <dgm:prSet/>
      <dgm:spPr/>
      <dgm:t>
        <a:bodyPr/>
        <a:lstStyle/>
        <a:p>
          <a:endParaRPr lang="pt-BR"/>
        </a:p>
      </dgm:t>
    </dgm:pt>
    <dgm:pt modelId="{E40005D2-C9F4-44AB-A737-9137580E0723}">
      <dgm:prSet phldrT="[Texto]"/>
      <dgm:spPr/>
      <dgm:t>
        <a:bodyPr/>
        <a:lstStyle/>
        <a:p>
          <a:r>
            <a:rPr lang="pt-BR" dirty="0" smtClean="0"/>
            <a:t>Administração</a:t>
          </a:r>
          <a:endParaRPr lang="pt-BR" dirty="0"/>
        </a:p>
      </dgm:t>
    </dgm:pt>
    <dgm:pt modelId="{D06EBAE8-B45D-4EAA-908D-E23E669C95C3}" type="parTrans" cxnId="{86DC334E-A61A-413A-9DB0-57F688CB7933}">
      <dgm:prSet/>
      <dgm:spPr/>
      <dgm:t>
        <a:bodyPr/>
        <a:lstStyle/>
        <a:p>
          <a:endParaRPr lang="pt-BR"/>
        </a:p>
      </dgm:t>
    </dgm:pt>
    <dgm:pt modelId="{B16AB6E0-13D7-4B18-8DE6-55A9930694AB}" type="sibTrans" cxnId="{86DC334E-A61A-413A-9DB0-57F688CB7933}">
      <dgm:prSet/>
      <dgm:spPr/>
      <dgm:t>
        <a:bodyPr/>
        <a:lstStyle/>
        <a:p>
          <a:endParaRPr lang="pt-BR"/>
        </a:p>
      </dgm:t>
    </dgm:pt>
    <dgm:pt modelId="{8F68C472-0C17-4B44-9BE0-C214A1F3DFA5}">
      <dgm:prSet phldrT="[Texto]"/>
      <dgm:spPr/>
      <dgm:t>
        <a:bodyPr/>
        <a:lstStyle/>
        <a:p>
          <a:r>
            <a:rPr lang="pt-BR" dirty="0" smtClean="0"/>
            <a:t>Estádio</a:t>
          </a:r>
          <a:endParaRPr lang="pt-BR" dirty="0"/>
        </a:p>
      </dgm:t>
    </dgm:pt>
    <dgm:pt modelId="{5058005E-49B8-4223-96B4-147EAEEF0637}" type="parTrans" cxnId="{83D31D6A-B858-48C7-95B8-40735C76990A}">
      <dgm:prSet/>
      <dgm:spPr/>
      <dgm:t>
        <a:bodyPr/>
        <a:lstStyle/>
        <a:p>
          <a:endParaRPr lang="pt-BR"/>
        </a:p>
      </dgm:t>
    </dgm:pt>
    <dgm:pt modelId="{D699CF32-A819-4CCF-9AE7-C27E31F24EAD}" type="sibTrans" cxnId="{83D31D6A-B858-48C7-95B8-40735C76990A}">
      <dgm:prSet/>
      <dgm:spPr/>
      <dgm:t>
        <a:bodyPr/>
        <a:lstStyle/>
        <a:p>
          <a:endParaRPr lang="pt-BR"/>
        </a:p>
      </dgm:t>
    </dgm:pt>
    <dgm:pt modelId="{6C8D5DF7-418A-45E8-B718-2BCB515AB3F7}">
      <dgm:prSet phldrT="[Texto]"/>
      <dgm:spPr/>
      <dgm:t>
        <a:bodyPr/>
        <a:lstStyle/>
        <a:p>
          <a:r>
            <a:rPr lang="pt-BR" dirty="0" smtClean="0"/>
            <a:t>História de Fundação</a:t>
          </a:r>
          <a:endParaRPr lang="pt-BR" dirty="0"/>
        </a:p>
      </dgm:t>
    </dgm:pt>
    <dgm:pt modelId="{BC959DBB-B03F-42B5-AAFF-346372B55326}" type="parTrans" cxnId="{379734AF-5D7F-44C3-B2E2-54D6D44CBFA8}">
      <dgm:prSet/>
      <dgm:spPr/>
      <dgm:t>
        <a:bodyPr/>
        <a:lstStyle/>
        <a:p>
          <a:endParaRPr lang="pt-BR"/>
        </a:p>
      </dgm:t>
    </dgm:pt>
    <dgm:pt modelId="{A2091A08-6412-4A3C-890B-F51CC0FD2161}" type="sibTrans" cxnId="{379734AF-5D7F-44C3-B2E2-54D6D44CBFA8}">
      <dgm:prSet/>
      <dgm:spPr/>
      <dgm:t>
        <a:bodyPr/>
        <a:lstStyle/>
        <a:p>
          <a:endParaRPr lang="pt-BR"/>
        </a:p>
      </dgm:t>
    </dgm:pt>
    <dgm:pt modelId="{38FC0F93-300F-45CA-8F24-3C1C725AF8FB}">
      <dgm:prSet/>
      <dgm:spPr/>
      <dgm:t>
        <a:bodyPr/>
        <a:lstStyle/>
        <a:p>
          <a:r>
            <a:rPr lang="pt-BR" dirty="0" smtClean="0"/>
            <a:t>Modalidades</a:t>
          </a:r>
          <a:endParaRPr lang="pt-BR" dirty="0"/>
        </a:p>
      </dgm:t>
    </dgm:pt>
    <dgm:pt modelId="{4FCA5188-78B5-4B82-B2EA-4BE8CE88CF1D}" type="parTrans" cxnId="{8BF1E34F-EDA1-41C0-BE2A-31CBD4E99480}">
      <dgm:prSet/>
      <dgm:spPr/>
      <dgm:t>
        <a:bodyPr/>
        <a:lstStyle/>
        <a:p>
          <a:endParaRPr lang="pt-BR"/>
        </a:p>
      </dgm:t>
    </dgm:pt>
    <dgm:pt modelId="{FBCFED40-7BAA-4B1E-9350-51B5860A3D23}" type="sibTrans" cxnId="{8BF1E34F-EDA1-41C0-BE2A-31CBD4E99480}">
      <dgm:prSet/>
      <dgm:spPr/>
      <dgm:t>
        <a:bodyPr/>
        <a:lstStyle/>
        <a:p>
          <a:endParaRPr lang="pt-BR"/>
        </a:p>
      </dgm:t>
    </dgm:pt>
    <dgm:pt modelId="{41ECF467-7BB3-4F91-ADD3-6EDFB2C82E52}">
      <dgm:prSet/>
      <dgm:spPr/>
      <dgm:t>
        <a:bodyPr/>
        <a:lstStyle/>
        <a:p>
          <a:r>
            <a:rPr lang="pt-BR" dirty="0" smtClean="0"/>
            <a:t>Elencos</a:t>
          </a:r>
          <a:endParaRPr lang="pt-BR" dirty="0"/>
        </a:p>
      </dgm:t>
    </dgm:pt>
    <dgm:pt modelId="{2C29A27A-0FB0-4B09-914D-1A4AD8A7389C}" type="parTrans" cxnId="{C2874628-DE01-4F1D-B07D-C1C603D745DA}">
      <dgm:prSet/>
      <dgm:spPr/>
      <dgm:t>
        <a:bodyPr/>
        <a:lstStyle/>
        <a:p>
          <a:endParaRPr lang="pt-BR"/>
        </a:p>
      </dgm:t>
    </dgm:pt>
    <dgm:pt modelId="{5BCFE489-DA9A-4779-B698-09EC398AB044}" type="sibTrans" cxnId="{C2874628-DE01-4F1D-B07D-C1C603D745DA}">
      <dgm:prSet/>
      <dgm:spPr/>
      <dgm:t>
        <a:bodyPr/>
        <a:lstStyle/>
        <a:p>
          <a:endParaRPr lang="pt-BR"/>
        </a:p>
      </dgm:t>
    </dgm:pt>
    <dgm:pt modelId="{0D640B8C-1B1F-47C5-B5C3-5BAEB4682968}">
      <dgm:prSet/>
      <dgm:spPr/>
      <dgm:t>
        <a:bodyPr/>
        <a:lstStyle/>
        <a:p>
          <a:r>
            <a:rPr lang="pt-BR" dirty="0" smtClean="0"/>
            <a:t>Uniformes</a:t>
          </a:r>
          <a:endParaRPr lang="pt-BR" dirty="0"/>
        </a:p>
      </dgm:t>
    </dgm:pt>
    <dgm:pt modelId="{B1D23AF3-BE05-41E0-BA1C-8A39503D5058}" type="parTrans" cxnId="{D95BC717-70C5-42BA-9809-6134E8C2E587}">
      <dgm:prSet/>
      <dgm:spPr/>
      <dgm:t>
        <a:bodyPr/>
        <a:lstStyle/>
        <a:p>
          <a:endParaRPr lang="pt-BR"/>
        </a:p>
      </dgm:t>
    </dgm:pt>
    <dgm:pt modelId="{A0EAC1B3-51BF-4288-95B6-667684DC2477}" type="sibTrans" cxnId="{D95BC717-70C5-42BA-9809-6134E8C2E587}">
      <dgm:prSet/>
      <dgm:spPr/>
      <dgm:t>
        <a:bodyPr/>
        <a:lstStyle/>
        <a:p>
          <a:endParaRPr lang="pt-BR"/>
        </a:p>
      </dgm:t>
    </dgm:pt>
    <dgm:pt modelId="{4D7A4C98-BEC8-487B-9EB0-5AE768D0D992}">
      <dgm:prSet/>
      <dgm:spPr/>
      <dgm:t>
        <a:bodyPr/>
        <a:lstStyle/>
        <a:p>
          <a:r>
            <a:rPr lang="pt-BR" dirty="0" smtClean="0"/>
            <a:t>Conquistas</a:t>
          </a:r>
          <a:endParaRPr lang="pt-BR" dirty="0"/>
        </a:p>
      </dgm:t>
    </dgm:pt>
    <dgm:pt modelId="{F1E38A5B-01B7-47B2-A524-A04A84B5374D}" type="parTrans" cxnId="{D72DC1F7-BF0E-4807-BCD8-B8C12556C9C1}">
      <dgm:prSet/>
      <dgm:spPr/>
      <dgm:t>
        <a:bodyPr/>
        <a:lstStyle/>
        <a:p>
          <a:endParaRPr lang="pt-BR"/>
        </a:p>
      </dgm:t>
    </dgm:pt>
    <dgm:pt modelId="{F825A7F7-6D19-4C51-B52E-4914FA2E6814}" type="sibTrans" cxnId="{D72DC1F7-BF0E-4807-BCD8-B8C12556C9C1}">
      <dgm:prSet/>
      <dgm:spPr/>
      <dgm:t>
        <a:bodyPr/>
        <a:lstStyle/>
        <a:p>
          <a:endParaRPr lang="pt-BR"/>
        </a:p>
      </dgm:t>
    </dgm:pt>
    <dgm:pt modelId="{4E67AB47-80AC-4BD8-AB7F-0EFF7BC8D232}">
      <dgm:prSet/>
      <dgm:spPr/>
      <dgm:t>
        <a:bodyPr/>
        <a:lstStyle/>
        <a:p>
          <a:r>
            <a:rPr lang="pt-BR" dirty="0" smtClean="0"/>
            <a:t>Números para contato</a:t>
          </a:r>
          <a:endParaRPr lang="pt-BR" dirty="0"/>
        </a:p>
      </dgm:t>
    </dgm:pt>
    <dgm:pt modelId="{667F846F-81B2-4B99-BDBB-0193A6C3890F}" type="parTrans" cxnId="{CEE8905D-DBEF-42A9-B721-185545459438}">
      <dgm:prSet/>
      <dgm:spPr/>
      <dgm:t>
        <a:bodyPr/>
        <a:lstStyle/>
        <a:p>
          <a:endParaRPr lang="pt-BR"/>
        </a:p>
      </dgm:t>
    </dgm:pt>
    <dgm:pt modelId="{3C85ECEB-8E08-4E2C-BA0D-2FCE647FFAD1}" type="sibTrans" cxnId="{CEE8905D-DBEF-42A9-B721-185545459438}">
      <dgm:prSet/>
      <dgm:spPr/>
      <dgm:t>
        <a:bodyPr/>
        <a:lstStyle/>
        <a:p>
          <a:endParaRPr lang="pt-BR"/>
        </a:p>
      </dgm:t>
    </dgm:pt>
    <dgm:pt modelId="{4DE01271-6F23-427A-9DA4-35E64AD5D646}" type="pres">
      <dgm:prSet presAssocID="{998C8A27-1EC9-4B46-A1FF-74D4878349E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pt-BR"/>
        </a:p>
      </dgm:t>
    </dgm:pt>
    <dgm:pt modelId="{C9C2BF0F-B397-4A25-8960-99FC515E4488}" type="pres">
      <dgm:prSet presAssocID="{719321F8-4378-4105-863F-CF72FA2F1342}" presName="hierRoot1" presStyleCnt="0">
        <dgm:presLayoutVars>
          <dgm:hierBranch val="init"/>
        </dgm:presLayoutVars>
      </dgm:prSet>
      <dgm:spPr/>
      <dgm:t>
        <a:bodyPr/>
        <a:lstStyle/>
        <a:p>
          <a:endParaRPr lang="pt-BR"/>
        </a:p>
      </dgm:t>
    </dgm:pt>
    <dgm:pt modelId="{5A1887DC-6324-42FC-95D6-471B22E5428C}" type="pres">
      <dgm:prSet presAssocID="{719321F8-4378-4105-863F-CF72FA2F1342}" presName="rootComposite1" presStyleCnt="0"/>
      <dgm:spPr/>
      <dgm:t>
        <a:bodyPr/>
        <a:lstStyle/>
        <a:p>
          <a:endParaRPr lang="pt-BR"/>
        </a:p>
      </dgm:t>
    </dgm:pt>
    <dgm:pt modelId="{9022DCDF-3EF8-4DE4-9E1C-05968A7AEFCE}" type="pres">
      <dgm:prSet presAssocID="{719321F8-4378-4105-863F-CF72FA2F1342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BBC63A2D-069D-468C-9242-64D9587E6BA9}" type="pres">
      <dgm:prSet presAssocID="{719321F8-4378-4105-863F-CF72FA2F1342}" presName="rootConnector1" presStyleLbl="node1" presStyleIdx="0" presStyleCnt="0"/>
      <dgm:spPr/>
      <dgm:t>
        <a:bodyPr/>
        <a:lstStyle/>
        <a:p>
          <a:endParaRPr lang="pt-BR"/>
        </a:p>
      </dgm:t>
    </dgm:pt>
    <dgm:pt modelId="{283CE263-1947-4F25-B328-2C8E5687F5B3}" type="pres">
      <dgm:prSet presAssocID="{719321F8-4378-4105-863F-CF72FA2F1342}" presName="hierChild2" presStyleCnt="0"/>
      <dgm:spPr/>
      <dgm:t>
        <a:bodyPr/>
        <a:lstStyle/>
        <a:p>
          <a:endParaRPr lang="pt-BR"/>
        </a:p>
      </dgm:t>
    </dgm:pt>
    <dgm:pt modelId="{6B46A723-7CE5-4A45-A562-9DF30D194913}" type="pres">
      <dgm:prSet presAssocID="{37057676-2983-4567-9ED1-02BA3D711A2A}" presName="Name37" presStyleLbl="parChTrans1D2" presStyleIdx="0" presStyleCnt="4"/>
      <dgm:spPr/>
      <dgm:t>
        <a:bodyPr/>
        <a:lstStyle/>
        <a:p>
          <a:endParaRPr lang="pt-BR"/>
        </a:p>
      </dgm:t>
    </dgm:pt>
    <dgm:pt modelId="{15442F4E-C442-4E62-AD73-7315F5AEEA37}" type="pres">
      <dgm:prSet presAssocID="{CF218401-D62B-47C0-A64B-0291EC5AD419}" presName="hierRoot2" presStyleCnt="0">
        <dgm:presLayoutVars>
          <dgm:hierBranch val="init"/>
        </dgm:presLayoutVars>
      </dgm:prSet>
      <dgm:spPr/>
      <dgm:t>
        <a:bodyPr/>
        <a:lstStyle/>
        <a:p>
          <a:endParaRPr lang="pt-BR"/>
        </a:p>
      </dgm:t>
    </dgm:pt>
    <dgm:pt modelId="{0AB2322E-0E63-4920-A80D-D2287F926E76}" type="pres">
      <dgm:prSet presAssocID="{CF218401-D62B-47C0-A64B-0291EC5AD419}" presName="rootComposite" presStyleCnt="0"/>
      <dgm:spPr/>
      <dgm:t>
        <a:bodyPr/>
        <a:lstStyle/>
        <a:p>
          <a:endParaRPr lang="pt-BR"/>
        </a:p>
      </dgm:t>
    </dgm:pt>
    <dgm:pt modelId="{6FA49515-A4B5-45BE-B945-587D343D66DC}" type="pres">
      <dgm:prSet presAssocID="{CF218401-D62B-47C0-A64B-0291EC5AD419}" presName="rootText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31D378DD-3B7C-4D1A-B629-646C18309DC6}" type="pres">
      <dgm:prSet presAssocID="{CF218401-D62B-47C0-A64B-0291EC5AD419}" presName="rootConnector" presStyleLbl="node2" presStyleIdx="0" presStyleCnt="4"/>
      <dgm:spPr/>
      <dgm:t>
        <a:bodyPr/>
        <a:lstStyle/>
        <a:p>
          <a:endParaRPr lang="pt-BR"/>
        </a:p>
      </dgm:t>
    </dgm:pt>
    <dgm:pt modelId="{8C4F4AF5-91FE-40B8-A1CC-1B9B4C24DBE8}" type="pres">
      <dgm:prSet presAssocID="{CF218401-D62B-47C0-A64B-0291EC5AD419}" presName="hierChild4" presStyleCnt="0"/>
      <dgm:spPr/>
      <dgm:t>
        <a:bodyPr/>
        <a:lstStyle/>
        <a:p>
          <a:endParaRPr lang="pt-BR"/>
        </a:p>
      </dgm:t>
    </dgm:pt>
    <dgm:pt modelId="{A1A68576-B0B5-45B3-AB10-7EAD96060702}" type="pres">
      <dgm:prSet presAssocID="{59D8D389-9E28-4CFF-A14C-DE4FF1DB21D4}" presName="Name37" presStyleLbl="parChTrans1D3" presStyleIdx="0" presStyleCnt="9"/>
      <dgm:spPr/>
      <dgm:t>
        <a:bodyPr/>
        <a:lstStyle/>
        <a:p>
          <a:endParaRPr lang="pt-BR"/>
        </a:p>
      </dgm:t>
    </dgm:pt>
    <dgm:pt modelId="{F3477D72-5763-4327-A930-3600B39FC822}" type="pres">
      <dgm:prSet presAssocID="{96CD9EE6-9E26-423C-A705-7480FD8F5E30}" presName="hierRoot2" presStyleCnt="0">
        <dgm:presLayoutVars>
          <dgm:hierBranch val="init"/>
        </dgm:presLayoutVars>
      </dgm:prSet>
      <dgm:spPr/>
      <dgm:t>
        <a:bodyPr/>
        <a:lstStyle/>
        <a:p>
          <a:endParaRPr lang="pt-BR"/>
        </a:p>
      </dgm:t>
    </dgm:pt>
    <dgm:pt modelId="{1E4EA834-BE13-490C-BEB3-E2424E2F9038}" type="pres">
      <dgm:prSet presAssocID="{96CD9EE6-9E26-423C-A705-7480FD8F5E30}" presName="rootComposite" presStyleCnt="0"/>
      <dgm:spPr/>
      <dgm:t>
        <a:bodyPr/>
        <a:lstStyle/>
        <a:p>
          <a:endParaRPr lang="pt-BR"/>
        </a:p>
      </dgm:t>
    </dgm:pt>
    <dgm:pt modelId="{F871C937-A477-47AA-80F9-EAF6E04B6B9E}" type="pres">
      <dgm:prSet presAssocID="{96CD9EE6-9E26-423C-A705-7480FD8F5E30}" presName="rootText" presStyleLbl="node3" presStyleIdx="0" presStyleCnt="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30FED5D2-7C1B-4121-8484-55B6A3E4FA31}" type="pres">
      <dgm:prSet presAssocID="{96CD9EE6-9E26-423C-A705-7480FD8F5E30}" presName="rootConnector" presStyleLbl="node3" presStyleIdx="0" presStyleCnt="9"/>
      <dgm:spPr/>
      <dgm:t>
        <a:bodyPr/>
        <a:lstStyle/>
        <a:p>
          <a:endParaRPr lang="pt-BR"/>
        </a:p>
      </dgm:t>
    </dgm:pt>
    <dgm:pt modelId="{59B6E7D8-C987-4D55-97F0-371F3D1868A0}" type="pres">
      <dgm:prSet presAssocID="{96CD9EE6-9E26-423C-A705-7480FD8F5E30}" presName="hierChild4" presStyleCnt="0"/>
      <dgm:spPr/>
      <dgm:t>
        <a:bodyPr/>
        <a:lstStyle/>
        <a:p>
          <a:endParaRPr lang="pt-BR"/>
        </a:p>
      </dgm:t>
    </dgm:pt>
    <dgm:pt modelId="{BF9EF32C-331A-453D-AB99-886D6D36C8DA}" type="pres">
      <dgm:prSet presAssocID="{96CD9EE6-9E26-423C-A705-7480FD8F5E30}" presName="hierChild5" presStyleCnt="0"/>
      <dgm:spPr/>
      <dgm:t>
        <a:bodyPr/>
        <a:lstStyle/>
        <a:p>
          <a:endParaRPr lang="pt-BR"/>
        </a:p>
      </dgm:t>
    </dgm:pt>
    <dgm:pt modelId="{3376005F-3B21-4BA7-9D4A-215E75BEE184}" type="pres">
      <dgm:prSet presAssocID="{D06EBAE8-B45D-4EAA-908D-E23E669C95C3}" presName="Name37" presStyleLbl="parChTrans1D3" presStyleIdx="1" presStyleCnt="9"/>
      <dgm:spPr/>
      <dgm:t>
        <a:bodyPr/>
        <a:lstStyle/>
        <a:p>
          <a:endParaRPr lang="pt-BR"/>
        </a:p>
      </dgm:t>
    </dgm:pt>
    <dgm:pt modelId="{EAF77181-2044-4644-B2AD-D18117A56391}" type="pres">
      <dgm:prSet presAssocID="{E40005D2-C9F4-44AB-A737-9137580E0723}" presName="hierRoot2" presStyleCnt="0">
        <dgm:presLayoutVars>
          <dgm:hierBranch val="init"/>
        </dgm:presLayoutVars>
      </dgm:prSet>
      <dgm:spPr/>
      <dgm:t>
        <a:bodyPr/>
        <a:lstStyle/>
        <a:p>
          <a:endParaRPr lang="pt-BR"/>
        </a:p>
      </dgm:t>
    </dgm:pt>
    <dgm:pt modelId="{B4E1B35D-5F00-4718-AE7C-51A0D671E26D}" type="pres">
      <dgm:prSet presAssocID="{E40005D2-C9F4-44AB-A737-9137580E0723}" presName="rootComposite" presStyleCnt="0"/>
      <dgm:spPr/>
      <dgm:t>
        <a:bodyPr/>
        <a:lstStyle/>
        <a:p>
          <a:endParaRPr lang="pt-BR"/>
        </a:p>
      </dgm:t>
    </dgm:pt>
    <dgm:pt modelId="{52123BCE-43C7-4135-8A29-0FDE8FAEACB8}" type="pres">
      <dgm:prSet presAssocID="{E40005D2-C9F4-44AB-A737-9137580E0723}" presName="rootText" presStyleLbl="node3" presStyleIdx="1" presStyleCnt="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11758D7F-F1F7-4575-8A51-7A606F7665BE}" type="pres">
      <dgm:prSet presAssocID="{E40005D2-C9F4-44AB-A737-9137580E0723}" presName="rootConnector" presStyleLbl="node3" presStyleIdx="1" presStyleCnt="9"/>
      <dgm:spPr/>
      <dgm:t>
        <a:bodyPr/>
        <a:lstStyle/>
        <a:p>
          <a:endParaRPr lang="pt-BR"/>
        </a:p>
      </dgm:t>
    </dgm:pt>
    <dgm:pt modelId="{D13995E1-CA82-4BAE-8C80-213AE537C42A}" type="pres">
      <dgm:prSet presAssocID="{E40005D2-C9F4-44AB-A737-9137580E0723}" presName="hierChild4" presStyleCnt="0"/>
      <dgm:spPr/>
      <dgm:t>
        <a:bodyPr/>
        <a:lstStyle/>
        <a:p>
          <a:endParaRPr lang="pt-BR"/>
        </a:p>
      </dgm:t>
    </dgm:pt>
    <dgm:pt modelId="{CF736C7A-44DE-4E51-A204-90D1290167C2}" type="pres">
      <dgm:prSet presAssocID="{E40005D2-C9F4-44AB-A737-9137580E0723}" presName="hierChild5" presStyleCnt="0"/>
      <dgm:spPr/>
      <dgm:t>
        <a:bodyPr/>
        <a:lstStyle/>
        <a:p>
          <a:endParaRPr lang="pt-BR"/>
        </a:p>
      </dgm:t>
    </dgm:pt>
    <dgm:pt modelId="{8FD5767A-A270-4D76-A1A0-FFBAA15CD009}" type="pres">
      <dgm:prSet presAssocID="{5058005E-49B8-4223-96B4-147EAEEF0637}" presName="Name37" presStyleLbl="parChTrans1D3" presStyleIdx="2" presStyleCnt="9"/>
      <dgm:spPr/>
      <dgm:t>
        <a:bodyPr/>
        <a:lstStyle/>
        <a:p>
          <a:endParaRPr lang="pt-BR"/>
        </a:p>
      </dgm:t>
    </dgm:pt>
    <dgm:pt modelId="{EB3655C0-897D-4503-925C-6780DF5EAE17}" type="pres">
      <dgm:prSet presAssocID="{8F68C472-0C17-4B44-9BE0-C214A1F3DFA5}" presName="hierRoot2" presStyleCnt="0">
        <dgm:presLayoutVars>
          <dgm:hierBranch val="init"/>
        </dgm:presLayoutVars>
      </dgm:prSet>
      <dgm:spPr/>
      <dgm:t>
        <a:bodyPr/>
        <a:lstStyle/>
        <a:p>
          <a:endParaRPr lang="pt-BR"/>
        </a:p>
      </dgm:t>
    </dgm:pt>
    <dgm:pt modelId="{563CF153-DCD3-4E2E-83E1-3E0C9C86CD56}" type="pres">
      <dgm:prSet presAssocID="{8F68C472-0C17-4B44-9BE0-C214A1F3DFA5}" presName="rootComposite" presStyleCnt="0"/>
      <dgm:spPr/>
      <dgm:t>
        <a:bodyPr/>
        <a:lstStyle/>
        <a:p>
          <a:endParaRPr lang="pt-BR"/>
        </a:p>
      </dgm:t>
    </dgm:pt>
    <dgm:pt modelId="{88135C38-6F50-46C6-87EC-DD7D5D974465}" type="pres">
      <dgm:prSet presAssocID="{8F68C472-0C17-4B44-9BE0-C214A1F3DFA5}" presName="rootText" presStyleLbl="node3" presStyleIdx="2" presStyleCnt="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53CEFD24-663A-4476-96F0-2E29A102C4CC}" type="pres">
      <dgm:prSet presAssocID="{8F68C472-0C17-4B44-9BE0-C214A1F3DFA5}" presName="rootConnector" presStyleLbl="node3" presStyleIdx="2" presStyleCnt="9"/>
      <dgm:spPr/>
      <dgm:t>
        <a:bodyPr/>
        <a:lstStyle/>
        <a:p>
          <a:endParaRPr lang="pt-BR"/>
        </a:p>
      </dgm:t>
    </dgm:pt>
    <dgm:pt modelId="{F5453A8B-B757-43BF-8684-E9BC0EF06FC1}" type="pres">
      <dgm:prSet presAssocID="{8F68C472-0C17-4B44-9BE0-C214A1F3DFA5}" presName="hierChild4" presStyleCnt="0"/>
      <dgm:spPr/>
      <dgm:t>
        <a:bodyPr/>
        <a:lstStyle/>
        <a:p>
          <a:endParaRPr lang="pt-BR"/>
        </a:p>
      </dgm:t>
    </dgm:pt>
    <dgm:pt modelId="{0BD3BA61-705E-469B-AB87-9ECE8A1140C9}" type="pres">
      <dgm:prSet presAssocID="{8F68C472-0C17-4B44-9BE0-C214A1F3DFA5}" presName="hierChild5" presStyleCnt="0"/>
      <dgm:spPr/>
      <dgm:t>
        <a:bodyPr/>
        <a:lstStyle/>
        <a:p>
          <a:endParaRPr lang="pt-BR"/>
        </a:p>
      </dgm:t>
    </dgm:pt>
    <dgm:pt modelId="{E5BC64EC-97CF-4525-A1B9-B31599FA48AA}" type="pres">
      <dgm:prSet presAssocID="{BC959DBB-B03F-42B5-AAFF-346372B55326}" presName="Name37" presStyleLbl="parChTrans1D3" presStyleIdx="3" presStyleCnt="9"/>
      <dgm:spPr/>
      <dgm:t>
        <a:bodyPr/>
        <a:lstStyle/>
        <a:p>
          <a:endParaRPr lang="pt-BR"/>
        </a:p>
      </dgm:t>
    </dgm:pt>
    <dgm:pt modelId="{A45ACB23-3E75-4309-A12A-C2CD4DBA3404}" type="pres">
      <dgm:prSet presAssocID="{6C8D5DF7-418A-45E8-B718-2BCB515AB3F7}" presName="hierRoot2" presStyleCnt="0">
        <dgm:presLayoutVars>
          <dgm:hierBranch val="init"/>
        </dgm:presLayoutVars>
      </dgm:prSet>
      <dgm:spPr/>
      <dgm:t>
        <a:bodyPr/>
        <a:lstStyle/>
        <a:p>
          <a:endParaRPr lang="pt-BR"/>
        </a:p>
      </dgm:t>
    </dgm:pt>
    <dgm:pt modelId="{DF012865-C7FE-4FB9-B07E-8E2CA96D51FD}" type="pres">
      <dgm:prSet presAssocID="{6C8D5DF7-418A-45E8-B718-2BCB515AB3F7}" presName="rootComposite" presStyleCnt="0"/>
      <dgm:spPr/>
      <dgm:t>
        <a:bodyPr/>
        <a:lstStyle/>
        <a:p>
          <a:endParaRPr lang="pt-BR"/>
        </a:p>
      </dgm:t>
    </dgm:pt>
    <dgm:pt modelId="{214B48D9-CB16-45C5-A999-7D7187D843C4}" type="pres">
      <dgm:prSet presAssocID="{6C8D5DF7-418A-45E8-B718-2BCB515AB3F7}" presName="rootText" presStyleLbl="node3" presStyleIdx="3" presStyleCnt="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84666AE0-FF14-46C2-9DA9-7774DF156A4E}" type="pres">
      <dgm:prSet presAssocID="{6C8D5DF7-418A-45E8-B718-2BCB515AB3F7}" presName="rootConnector" presStyleLbl="node3" presStyleIdx="3" presStyleCnt="9"/>
      <dgm:spPr/>
      <dgm:t>
        <a:bodyPr/>
        <a:lstStyle/>
        <a:p>
          <a:endParaRPr lang="pt-BR"/>
        </a:p>
      </dgm:t>
    </dgm:pt>
    <dgm:pt modelId="{37884319-78E3-41A5-9705-1FE016690ED1}" type="pres">
      <dgm:prSet presAssocID="{6C8D5DF7-418A-45E8-B718-2BCB515AB3F7}" presName="hierChild4" presStyleCnt="0"/>
      <dgm:spPr/>
      <dgm:t>
        <a:bodyPr/>
        <a:lstStyle/>
        <a:p>
          <a:endParaRPr lang="pt-BR"/>
        </a:p>
      </dgm:t>
    </dgm:pt>
    <dgm:pt modelId="{A3154BF1-5B36-4A42-A155-5BE31CB19068}" type="pres">
      <dgm:prSet presAssocID="{6C8D5DF7-418A-45E8-B718-2BCB515AB3F7}" presName="hierChild5" presStyleCnt="0"/>
      <dgm:spPr/>
      <dgm:t>
        <a:bodyPr/>
        <a:lstStyle/>
        <a:p>
          <a:endParaRPr lang="pt-BR"/>
        </a:p>
      </dgm:t>
    </dgm:pt>
    <dgm:pt modelId="{CE84147C-B1AE-4A9C-8356-877BEB295CFD}" type="pres">
      <dgm:prSet presAssocID="{CF218401-D62B-47C0-A64B-0291EC5AD419}" presName="hierChild5" presStyleCnt="0"/>
      <dgm:spPr/>
      <dgm:t>
        <a:bodyPr/>
        <a:lstStyle/>
        <a:p>
          <a:endParaRPr lang="pt-BR"/>
        </a:p>
      </dgm:t>
    </dgm:pt>
    <dgm:pt modelId="{EB8C21FF-AEBC-4867-B71E-6F28AF58503F}" type="pres">
      <dgm:prSet presAssocID="{485F0D90-1D58-4DFD-87FA-676A367E1343}" presName="Name37" presStyleLbl="parChTrans1D2" presStyleIdx="1" presStyleCnt="4"/>
      <dgm:spPr/>
      <dgm:t>
        <a:bodyPr/>
        <a:lstStyle/>
        <a:p>
          <a:endParaRPr lang="pt-BR"/>
        </a:p>
      </dgm:t>
    </dgm:pt>
    <dgm:pt modelId="{24FE62D0-440C-454C-81D6-F9B32E0D3B57}" type="pres">
      <dgm:prSet presAssocID="{17CE6382-3527-4F74-B651-3C57EB97ADD3}" presName="hierRoot2" presStyleCnt="0">
        <dgm:presLayoutVars>
          <dgm:hierBranch val="init"/>
        </dgm:presLayoutVars>
      </dgm:prSet>
      <dgm:spPr/>
      <dgm:t>
        <a:bodyPr/>
        <a:lstStyle/>
        <a:p>
          <a:endParaRPr lang="pt-BR"/>
        </a:p>
      </dgm:t>
    </dgm:pt>
    <dgm:pt modelId="{97E5E255-99E7-4B6F-953D-8DD335A697F3}" type="pres">
      <dgm:prSet presAssocID="{17CE6382-3527-4F74-B651-3C57EB97ADD3}" presName="rootComposite" presStyleCnt="0"/>
      <dgm:spPr/>
      <dgm:t>
        <a:bodyPr/>
        <a:lstStyle/>
        <a:p>
          <a:endParaRPr lang="pt-BR"/>
        </a:p>
      </dgm:t>
    </dgm:pt>
    <dgm:pt modelId="{A6A3B257-D618-47C5-97B9-B876DEC01EA1}" type="pres">
      <dgm:prSet presAssocID="{17CE6382-3527-4F74-B651-3C57EB97ADD3}" presName="rootText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5AA7881-C4E1-44A7-82A4-D0A90ECF8A7E}" type="pres">
      <dgm:prSet presAssocID="{17CE6382-3527-4F74-B651-3C57EB97ADD3}" presName="rootConnector" presStyleLbl="node2" presStyleIdx="1" presStyleCnt="4"/>
      <dgm:spPr/>
      <dgm:t>
        <a:bodyPr/>
        <a:lstStyle/>
        <a:p>
          <a:endParaRPr lang="pt-BR"/>
        </a:p>
      </dgm:t>
    </dgm:pt>
    <dgm:pt modelId="{CF0A8C0D-A550-40EA-8208-36F7DF03CA68}" type="pres">
      <dgm:prSet presAssocID="{17CE6382-3527-4F74-B651-3C57EB97ADD3}" presName="hierChild4" presStyleCnt="0"/>
      <dgm:spPr/>
      <dgm:t>
        <a:bodyPr/>
        <a:lstStyle/>
        <a:p>
          <a:endParaRPr lang="pt-BR"/>
        </a:p>
      </dgm:t>
    </dgm:pt>
    <dgm:pt modelId="{C48FA5A2-3DB1-4FBF-A414-690664336DC2}" type="pres">
      <dgm:prSet presAssocID="{4FCA5188-78B5-4B82-B2EA-4BE8CE88CF1D}" presName="Name37" presStyleLbl="parChTrans1D3" presStyleIdx="4" presStyleCnt="9"/>
      <dgm:spPr/>
      <dgm:t>
        <a:bodyPr/>
        <a:lstStyle/>
        <a:p>
          <a:endParaRPr lang="pt-BR"/>
        </a:p>
      </dgm:t>
    </dgm:pt>
    <dgm:pt modelId="{5DDFE4DC-6144-40B3-82DC-87C403E974AD}" type="pres">
      <dgm:prSet presAssocID="{38FC0F93-300F-45CA-8F24-3C1C725AF8FB}" presName="hierRoot2" presStyleCnt="0">
        <dgm:presLayoutVars>
          <dgm:hierBranch val="init"/>
        </dgm:presLayoutVars>
      </dgm:prSet>
      <dgm:spPr/>
      <dgm:t>
        <a:bodyPr/>
        <a:lstStyle/>
        <a:p>
          <a:endParaRPr lang="pt-BR"/>
        </a:p>
      </dgm:t>
    </dgm:pt>
    <dgm:pt modelId="{48A578B3-138E-46DB-8946-ECE642B74151}" type="pres">
      <dgm:prSet presAssocID="{38FC0F93-300F-45CA-8F24-3C1C725AF8FB}" presName="rootComposite" presStyleCnt="0"/>
      <dgm:spPr/>
      <dgm:t>
        <a:bodyPr/>
        <a:lstStyle/>
        <a:p>
          <a:endParaRPr lang="pt-BR"/>
        </a:p>
      </dgm:t>
    </dgm:pt>
    <dgm:pt modelId="{377FD229-5E4C-43DE-BC04-3A0B7CBADBE8}" type="pres">
      <dgm:prSet presAssocID="{38FC0F93-300F-45CA-8F24-3C1C725AF8FB}" presName="rootText" presStyleLbl="node3" presStyleIdx="4" presStyleCnt="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E455F617-100D-4AB1-AE5C-51F78DFF92A4}" type="pres">
      <dgm:prSet presAssocID="{38FC0F93-300F-45CA-8F24-3C1C725AF8FB}" presName="rootConnector" presStyleLbl="node3" presStyleIdx="4" presStyleCnt="9"/>
      <dgm:spPr/>
      <dgm:t>
        <a:bodyPr/>
        <a:lstStyle/>
        <a:p>
          <a:endParaRPr lang="pt-BR"/>
        </a:p>
      </dgm:t>
    </dgm:pt>
    <dgm:pt modelId="{B38A98A8-CDB9-4FB2-8F3B-AA96F0694811}" type="pres">
      <dgm:prSet presAssocID="{38FC0F93-300F-45CA-8F24-3C1C725AF8FB}" presName="hierChild4" presStyleCnt="0"/>
      <dgm:spPr/>
      <dgm:t>
        <a:bodyPr/>
        <a:lstStyle/>
        <a:p>
          <a:endParaRPr lang="pt-BR"/>
        </a:p>
      </dgm:t>
    </dgm:pt>
    <dgm:pt modelId="{E6B61705-8137-4335-98A4-D64EF64DBF5D}" type="pres">
      <dgm:prSet presAssocID="{38FC0F93-300F-45CA-8F24-3C1C725AF8FB}" presName="hierChild5" presStyleCnt="0"/>
      <dgm:spPr/>
      <dgm:t>
        <a:bodyPr/>
        <a:lstStyle/>
        <a:p>
          <a:endParaRPr lang="pt-BR"/>
        </a:p>
      </dgm:t>
    </dgm:pt>
    <dgm:pt modelId="{270B4467-F879-4F57-B1A2-960F6E5B8D11}" type="pres">
      <dgm:prSet presAssocID="{2C29A27A-0FB0-4B09-914D-1A4AD8A7389C}" presName="Name37" presStyleLbl="parChTrans1D3" presStyleIdx="5" presStyleCnt="9"/>
      <dgm:spPr/>
      <dgm:t>
        <a:bodyPr/>
        <a:lstStyle/>
        <a:p>
          <a:endParaRPr lang="pt-BR"/>
        </a:p>
      </dgm:t>
    </dgm:pt>
    <dgm:pt modelId="{F48E9642-E1B5-4A81-B0A2-52EC49A18247}" type="pres">
      <dgm:prSet presAssocID="{41ECF467-7BB3-4F91-ADD3-6EDFB2C82E52}" presName="hierRoot2" presStyleCnt="0">
        <dgm:presLayoutVars>
          <dgm:hierBranch val="init"/>
        </dgm:presLayoutVars>
      </dgm:prSet>
      <dgm:spPr/>
      <dgm:t>
        <a:bodyPr/>
        <a:lstStyle/>
        <a:p>
          <a:endParaRPr lang="pt-BR"/>
        </a:p>
      </dgm:t>
    </dgm:pt>
    <dgm:pt modelId="{ADF9EC12-844F-4792-A5FD-7B952B1D285E}" type="pres">
      <dgm:prSet presAssocID="{41ECF467-7BB3-4F91-ADD3-6EDFB2C82E52}" presName="rootComposite" presStyleCnt="0"/>
      <dgm:spPr/>
      <dgm:t>
        <a:bodyPr/>
        <a:lstStyle/>
        <a:p>
          <a:endParaRPr lang="pt-BR"/>
        </a:p>
      </dgm:t>
    </dgm:pt>
    <dgm:pt modelId="{E05BA5D5-F2B8-4162-9C40-FB21EDA0E8E2}" type="pres">
      <dgm:prSet presAssocID="{41ECF467-7BB3-4F91-ADD3-6EDFB2C82E52}" presName="rootText" presStyleLbl="node3" presStyleIdx="5" presStyleCnt="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24C0534B-15E6-44D0-B191-C49144AC1774}" type="pres">
      <dgm:prSet presAssocID="{41ECF467-7BB3-4F91-ADD3-6EDFB2C82E52}" presName="rootConnector" presStyleLbl="node3" presStyleIdx="5" presStyleCnt="9"/>
      <dgm:spPr/>
      <dgm:t>
        <a:bodyPr/>
        <a:lstStyle/>
        <a:p>
          <a:endParaRPr lang="pt-BR"/>
        </a:p>
      </dgm:t>
    </dgm:pt>
    <dgm:pt modelId="{D0299307-1A8B-439D-9C21-15953E9908BC}" type="pres">
      <dgm:prSet presAssocID="{41ECF467-7BB3-4F91-ADD3-6EDFB2C82E52}" presName="hierChild4" presStyleCnt="0"/>
      <dgm:spPr/>
      <dgm:t>
        <a:bodyPr/>
        <a:lstStyle/>
        <a:p>
          <a:endParaRPr lang="pt-BR"/>
        </a:p>
      </dgm:t>
    </dgm:pt>
    <dgm:pt modelId="{EA7946BE-8C5E-4783-B034-5DE3AC87F487}" type="pres">
      <dgm:prSet presAssocID="{41ECF467-7BB3-4F91-ADD3-6EDFB2C82E52}" presName="hierChild5" presStyleCnt="0"/>
      <dgm:spPr/>
      <dgm:t>
        <a:bodyPr/>
        <a:lstStyle/>
        <a:p>
          <a:endParaRPr lang="pt-BR"/>
        </a:p>
      </dgm:t>
    </dgm:pt>
    <dgm:pt modelId="{18C0A0B0-13D5-4A9D-B794-086C44959515}" type="pres">
      <dgm:prSet presAssocID="{B1D23AF3-BE05-41E0-BA1C-8A39503D5058}" presName="Name37" presStyleLbl="parChTrans1D3" presStyleIdx="6" presStyleCnt="9"/>
      <dgm:spPr/>
      <dgm:t>
        <a:bodyPr/>
        <a:lstStyle/>
        <a:p>
          <a:endParaRPr lang="pt-BR"/>
        </a:p>
      </dgm:t>
    </dgm:pt>
    <dgm:pt modelId="{392BB860-E088-48C5-BDA8-D656E216A9E7}" type="pres">
      <dgm:prSet presAssocID="{0D640B8C-1B1F-47C5-B5C3-5BAEB4682968}" presName="hierRoot2" presStyleCnt="0">
        <dgm:presLayoutVars>
          <dgm:hierBranch val="init"/>
        </dgm:presLayoutVars>
      </dgm:prSet>
      <dgm:spPr/>
      <dgm:t>
        <a:bodyPr/>
        <a:lstStyle/>
        <a:p>
          <a:endParaRPr lang="pt-BR"/>
        </a:p>
      </dgm:t>
    </dgm:pt>
    <dgm:pt modelId="{ABB8EFFB-2C49-4DBD-A692-0159FB10E850}" type="pres">
      <dgm:prSet presAssocID="{0D640B8C-1B1F-47C5-B5C3-5BAEB4682968}" presName="rootComposite" presStyleCnt="0"/>
      <dgm:spPr/>
      <dgm:t>
        <a:bodyPr/>
        <a:lstStyle/>
        <a:p>
          <a:endParaRPr lang="pt-BR"/>
        </a:p>
      </dgm:t>
    </dgm:pt>
    <dgm:pt modelId="{C3F6E73A-0DF0-44B3-9F69-5A25967EE9D0}" type="pres">
      <dgm:prSet presAssocID="{0D640B8C-1B1F-47C5-B5C3-5BAEB4682968}" presName="rootText" presStyleLbl="node3" presStyleIdx="6" presStyleCnt="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37561673-11BD-455B-926F-0D5E1CF39E26}" type="pres">
      <dgm:prSet presAssocID="{0D640B8C-1B1F-47C5-B5C3-5BAEB4682968}" presName="rootConnector" presStyleLbl="node3" presStyleIdx="6" presStyleCnt="9"/>
      <dgm:spPr/>
      <dgm:t>
        <a:bodyPr/>
        <a:lstStyle/>
        <a:p>
          <a:endParaRPr lang="pt-BR"/>
        </a:p>
      </dgm:t>
    </dgm:pt>
    <dgm:pt modelId="{3A1B03DF-464C-4D83-A9CA-C10CFC3A3D0C}" type="pres">
      <dgm:prSet presAssocID="{0D640B8C-1B1F-47C5-B5C3-5BAEB4682968}" presName="hierChild4" presStyleCnt="0"/>
      <dgm:spPr/>
      <dgm:t>
        <a:bodyPr/>
        <a:lstStyle/>
        <a:p>
          <a:endParaRPr lang="pt-BR"/>
        </a:p>
      </dgm:t>
    </dgm:pt>
    <dgm:pt modelId="{0466D7F8-6DE4-4814-9EAF-D908EC7B4516}" type="pres">
      <dgm:prSet presAssocID="{0D640B8C-1B1F-47C5-B5C3-5BAEB4682968}" presName="hierChild5" presStyleCnt="0"/>
      <dgm:spPr/>
      <dgm:t>
        <a:bodyPr/>
        <a:lstStyle/>
        <a:p>
          <a:endParaRPr lang="pt-BR"/>
        </a:p>
      </dgm:t>
    </dgm:pt>
    <dgm:pt modelId="{72A46936-50D7-4DEA-9B6E-B9AAADC499C2}" type="pres">
      <dgm:prSet presAssocID="{F1E38A5B-01B7-47B2-A524-A04A84B5374D}" presName="Name37" presStyleLbl="parChTrans1D3" presStyleIdx="7" presStyleCnt="9"/>
      <dgm:spPr/>
      <dgm:t>
        <a:bodyPr/>
        <a:lstStyle/>
        <a:p>
          <a:endParaRPr lang="pt-BR"/>
        </a:p>
      </dgm:t>
    </dgm:pt>
    <dgm:pt modelId="{4304DB1A-2144-4271-927D-3476A13BE412}" type="pres">
      <dgm:prSet presAssocID="{4D7A4C98-BEC8-487B-9EB0-5AE768D0D992}" presName="hierRoot2" presStyleCnt="0">
        <dgm:presLayoutVars>
          <dgm:hierBranch val="init"/>
        </dgm:presLayoutVars>
      </dgm:prSet>
      <dgm:spPr/>
      <dgm:t>
        <a:bodyPr/>
        <a:lstStyle/>
        <a:p>
          <a:endParaRPr lang="pt-BR"/>
        </a:p>
      </dgm:t>
    </dgm:pt>
    <dgm:pt modelId="{E5F83289-61FF-49F7-94E3-B8CAC577E2CB}" type="pres">
      <dgm:prSet presAssocID="{4D7A4C98-BEC8-487B-9EB0-5AE768D0D992}" presName="rootComposite" presStyleCnt="0"/>
      <dgm:spPr/>
      <dgm:t>
        <a:bodyPr/>
        <a:lstStyle/>
        <a:p>
          <a:endParaRPr lang="pt-BR"/>
        </a:p>
      </dgm:t>
    </dgm:pt>
    <dgm:pt modelId="{06BE0A84-A47E-4E22-B32F-E2C99CDE9BBC}" type="pres">
      <dgm:prSet presAssocID="{4D7A4C98-BEC8-487B-9EB0-5AE768D0D992}" presName="rootText" presStyleLbl="node3" presStyleIdx="7" presStyleCnt="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82CB6E60-7D99-44BC-8ADF-22E4CDAD9C5D}" type="pres">
      <dgm:prSet presAssocID="{4D7A4C98-BEC8-487B-9EB0-5AE768D0D992}" presName="rootConnector" presStyleLbl="node3" presStyleIdx="7" presStyleCnt="9"/>
      <dgm:spPr/>
      <dgm:t>
        <a:bodyPr/>
        <a:lstStyle/>
        <a:p>
          <a:endParaRPr lang="pt-BR"/>
        </a:p>
      </dgm:t>
    </dgm:pt>
    <dgm:pt modelId="{A7AFC334-E595-4F1B-BC54-DCAD5205275A}" type="pres">
      <dgm:prSet presAssocID="{4D7A4C98-BEC8-487B-9EB0-5AE768D0D992}" presName="hierChild4" presStyleCnt="0"/>
      <dgm:spPr/>
      <dgm:t>
        <a:bodyPr/>
        <a:lstStyle/>
        <a:p>
          <a:endParaRPr lang="pt-BR"/>
        </a:p>
      </dgm:t>
    </dgm:pt>
    <dgm:pt modelId="{1D573FAB-1A83-4234-A5DB-AB4CD2C3990A}" type="pres">
      <dgm:prSet presAssocID="{4D7A4C98-BEC8-487B-9EB0-5AE768D0D992}" presName="hierChild5" presStyleCnt="0"/>
      <dgm:spPr/>
      <dgm:t>
        <a:bodyPr/>
        <a:lstStyle/>
        <a:p>
          <a:endParaRPr lang="pt-BR"/>
        </a:p>
      </dgm:t>
    </dgm:pt>
    <dgm:pt modelId="{F524E019-CBF5-4467-95AA-B17C74FACD79}" type="pres">
      <dgm:prSet presAssocID="{17CE6382-3527-4F74-B651-3C57EB97ADD3}" presName="hierChild5" presStyleCnt="0"/>
      <dgm:spPr/>
      <dgm:t>
        <a:bodyPr/>
        <a:lstStyle/>
        <a:p>
          <a:endParaRPr lang="pt-BR"/>
        </a:p>
      </dgm:t>
    </dgm:pt>
    <dgm:pt modelId="{B85CBAA7-3566-42DC-A117-75AAC96FF4E0}" type="pres">
      <dgm:prSet presAssocID="{E025930D-0A04-4CBC-B475-417B4E41A1CE}" presName="Name37" presStyleLbl="parChTrans1D2" presStyleIdx="2" presStyleCnt="4"/>
      <dgm:spPr/>
      <dgm:t>
        <a:bodyPr/>
        <a:lstStyle/>
        <a:p>
          <a:endParaRPr lang="pt-BR"/>
        </a:p>
      </dgm:t>
    </dgm:pt>
    <dgm:pt modelId="{EA2F5E77-AEA5-4656-898C-710F8A6D0D4F}" type="pres">
      <dgm:prSet presAssocID="{6EEE78BB-454A-4CEE-A45D-57E033480960}" presName="hierRoot2" presStyleCnt="0">
        <dgm:presLayoutVars>
          <dgm:hierBranch val="init"/>
        </dgm:presLayoutVars>
      </dgm:prSet>
      <dgm:spPr/>
      <dgm:t>
        <a:bodyPr/>
        <a:lstStyle/>
        <a:p>
          <a:endParaRPr lang="pt-BR"/>
        </a:p>
      </dgm:t>
    </dgm:pt>
    <dgm:pt modelId="{DFBA5524-05FE-42EB-A02E-85EC545994A0}" type="pres">
      <dgm:prSet presAssocID="{6EEE78BB-454A-4CEE-A45D-57E033480960}" presName="rootComposite" presStyleCnt="0"/>
      <dgm:spPr/>
      <dgm:t>
        <a:bodyPr/>
        <a:lstStyle/>
        <a:p>
          <a:endParaRPr lang="pt-BR"/>
        </a:p>
      </dgm:t>
    </dgm:pt>
    <dgm:pt modelId="{27C29F2D-EF0C-497B-9574-9BA1E29FB0DD}" type="pres">
      <dgm:prSet presAssocID="{6EEE78BB-454A-4CEE-A45D-57E033480960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2AD03FE3-1A81-4B7A-AB95-6286CA0E76E0}" type="pres">
      <dgm:prSet presAssocID="{6EEE78BB-454A-4CEE-A45D-57E033480960}" presName="rootConnector" presStyleLbl="node2" presStyleIdx="2" presStyleCnt="4"/>
      <dgm:spPr/>
      <dgm:t>
        <a:bodyPr/>
        <a:lstStyle/>
        <a:p>
          <a:endParaRPr lang="pt-BR"/>
        </a:p>
      </dgm:t>
    </dgm:pt>
    <dgm:pt modelId="{608E76E6-8DAD-4864-BCC7-2DFFBF37D888}" type="pres">
      <dgm:prSet presAssocID="{6EEE78BB-454A-4CEE-A45D-57E033480960}" presName="hierChild4" presStyleCnt="0"/>
      <dgm:spPr/>
      <dgm:t>
        <a:bodyPr/>
        <a:lstStyle/>
        <a:p>
          <a:endParaRPr lang="pt-BR"/>
        </a:p>
      </dgm:t>
    </dgm:pt>
    <dgm:pt modelId="{D2C1932B-0AEC-48A1-9B41-7812ACE6337C}" type="pres">
      <dgm:prSet presAssocID="{667F846F-81B2-4B99-BDBB-0193A6C3890F}" presName="Name37" presStyleLbl="parChTrans1D3" presStyleIdx="8" presStyleCnt="9"/>
      <dgm:spPr/>
      <dgm:t>
        <a:bodyPr/>
        <a:lstStyle/>
        <a:p>
          <a:endParaRPr lang="pt-BR"/>
        </a:p>
      </dgm:t>
    </dgm:pt>
    <dgm:pt modelId="{FC3E660B-93EF-4C7F-A55B-7EE4AEA47445}" type="pres">
      <dgm:prSet presAssocID="{4E67AB47-80AC-4BD8-AB7F-0EFF7BC8D232}" presName="hierRoot2" presStyleCnt="0">
        <dgm:presLayoutVars>
          <dgm:hierBranch val="init"/>
        </dgm:presLayoutVars>
      </dgm:prSet>
      <dgm:spPr/>
      <dgm:t>
        <a:bodyPr/>
        <a:lstStyle/>
        <a:p>
          <a:endParaRPr lang="pt-BR"/>
        </a:p>
      </dgm:t>
    </dgm:pt>
    <dgm:pt modelId="{7F021749-94BE-495A-93DC-5538F39C300C}" type="pres">
      <dgm:prSet presAssocID="{4E67AB47-80AC-4BD8-AB7F-0EFF7BC8D232}" presName="rootComposite" presStyleCnt="0"/>
      <dgm:spPr/>
      <dgm:t>
        <a:bodyPr/>
        <a:lstStyle/>
        <a:p>
          <a:endParaRPr lang="pt-BR"/>
        </a:p>
      </dgm:t>
    </dgm:pt>
    <dgm:pt modelId="{C4946F43-DCFF-4FDA-ACD9-06162FD918AA}" type="pres">
      <dgm:prSet presAssocID="{4E67AB47-80AC-4BD8-AB7F-0EFF7BC8D232}" presName="rootText" presStyleLbl="node3" presStyleIdx="8" presStyleCnt="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19AE6879-5481-4A29-B150-6346F09CEF05}" type="pres">
      <dgm:prSet presAssocID="{4E67AB47-80AC-4BD8-AB7F-0EFF7BC8D232}" presName="rootConnector" presStyleLbl="node3" presStyleIdx="8" presStyleCnt="9"/>
      <dgm:spPr/>
      <dgm:t>
        <a:bodyPr/>
        <a:lstStyle/>
        <a:p>
          <a:endParaRPr lang="pt-BR"/>
        </a:p>
      </dgm:t>
    </dgm:pt>
    <dgm:pt modelId="{B7C3435F-0060-46E5-83F5-AF4EF66FBC92}" type="pres">
      <dgm:prSet presAssocID="{4E67AB47-80AC-4BD8-AB7F-0EFF7BC8D232}" presName="hierChild4" presStyleCnt="0"/>
      <dgm:spPr/>
      <dgm:t>
        <a:bodyPr/>
        <a:lstStyle/>
        <a:p>
          <a:endParaRPr lang="pt-BR"/>
        </a:p>
      </dgm:t>
    </dgm:pt>
    <dgm:pt modelId="{FB024E3D-1F1C-431A-B255-654C5B33CEF9}" type="pres">
      <dgm:prSet presAssocID="{4E67AB47-80AC-4BD8-AB7F-0EFF7BC8D232}" presName="hierChild5" presStyleCnt="0"/>
      <dgm:spPr/>
      <dgm:t>
        <a:bodyPr/>
        <a:lstStyle/>
        <a:p>
          <a:endParaRPr lang="pt-BR"/>
        </a:p>
      </dgm:t>
    </dgm:pt>
    <dgm:pt modelId="{C037DF2A-5DEF-49B4-85A7-F47EED0C3913}" type="pres">
      <dgm:prSet presAssocID="{6EEE78BB-454A-4CEE-A45D-57E033480960}" presName="hierChild5" presStyleCnt="0"/>
      <dgm:spPr/>
      <dgm:t>
        <a:bodyPr/>
        <a:lstStyle/>
        <a:p>
          <a:endParaRPr lang="pt-BR"/>
        </a:p>
      </dgm:t>
    </dgm:pt>
    <dgm:pt modelId="{6827C6BA-35E1-462A-954D-C2B07284DE6C}" type="pres">
      <dgm:prSet presAssocID="{56B3E3FD-4290-4C84-AA29-45BD45B4C14A}" presName="Name37" presStyleLbl="parChTrans1D2" presStyleIdx="3" presStyleCnt="4"/>
      <dgm:spPr/>
      <dgm:t>
        <a:bodyPr/>
        <a:lstStyle/>
        <a:p>
          <a:endParaRPr lang="pt-BR"/>
        </a:p>
      </dgm:t>
    </dgm:pt>
    <dgm:pt modelId="{1C5D7A9F-4CDB-459E-84AD-D754D07249C3}" type="pres">
      <dgm:prSet presAssocID="{FCB0327C-4786-43D0-BDD7-20CA4B437BDC}" presName="hierRoot2" presStyleCnt="0">
        <dgm:presLayoutVars>
          <dgm:hierBranch val="init"/>
        </dgm:presLayoutVars>
      </dgm:prSet>
      <dgm:spPr/>
      <dgm:t>
        <a:bodyPr/>
        <a:lstStyle/>
        <a:p>
          <a:endParaRPr lang="pt-BR"/>
        </a:p>
      </dgm:t>
    </dgm:pt>
    <dgm:pt modelId="{D6B88297-B0B0-42B1-80D2-BCD49F53D9A6}" type="pres">
      <dgm:prSet presAssocID="{FCB0327C-4786-43D0-BDD7-20CA4B437BDC}" presName="rootComposite" presStyleCnt="0"/>
      <dgm:spPr/>
      <dgm:t>
        <a:bodyPr/>
        <a:lstStyle/>
        <a:p>
          <a:endParaRPr lang="pt-BR"/>
        </a:p>
      </dgm:t>
    </dgm:pt>
    <dgm:pt modelId="{52F2A2AE-C4FB-4541-AEE1-2449C3B6B475}" type="pres">
      <dgm:prSet presAssocID="{FCB0327C-4786-43D0-BDD7-20CA4B437BDC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E1FDA9D3-E607-4CAC-A937-F7448D77B980}" type="pres">
      <dgm:prSet presAssocID="{FCB0327C-4786-43D0-BDD7-20CA4B437BDC}" presName="rootConnector" presStyleLbl="node2" presStyleIdx="3" presStyleCnt="4"/>
      <dgm:spPr/>
      <dgm:t>
        <a:bodyPr/>
        <a:lstStyle/>
        <a:p>
          <a:endParaRPr lang="pt-BR"/>
        </a:p>
      </dgm:t>
    </dgm:pt>
    <dgm:pt modelId="{001E1A17-C2F1-4670-A2BD-4ACD83E4F559}" type="pres">
      <dgm:prSet presAssocID="{FCB0327C-4786-43D0-BDD7-20CA4B437BDC}" presName="hierChild4" presStyleCnt="0"/>
      <dgm:spPr/>
      <dgm:t>
        <a:bodyPr/>
        <a:lstStyle/>
        <a:p>
          <a:endParaRPr lang="pt-BR"/>
        </a:p>
      </dgm:t>
    </dgm:pt>
    <dgm:pt modelId="{0A549EAC-6ECF-4DB2-AB89-62EDE610046E}" type="pres">
      <dgm:prSet presAssocID="{FCB0327C-4786-43D0-BDD7-20CA4B437BDC}" presName="hierChild5" presStyleCnt="0"/>
      <dgm:spPr/>
      <dgm:t>
        <a:bodyPr/>
        <a:lstStyle/>
        <a:p>
          <a:endParaRPr lang="pt-BR"/>
        </a:p>
      </dgm:t>
    </dgm:pt>
    <dgm:pt modelId="{342FF2BB-C87B-4993-8057-6C48CAA66802}" type="pres">
      <dgm:prSet presAssocID="{719321F8-4378-4105-863F-CF72FA2F1342}" presName="hierChild3" presStyleCnt="0"/>
      <dgm:spPr/>
      <dgm:t>
        <a:bodyPr/>
        <a:lstStyle/>
        <a:p>
          <a:endParaRPr lang="pt-BR"/>
        </a:p>
      </dgm:t>
    </dgm:pt>
  </dgm:ptLst>
  <dgm:cxnLst>
    <dgm:cxn modelId="{117D4E8E-8D67-4F07-A83A-5C5F11A2C1E0}" type="presOf" srcId="{667F846F-81B2-4B99-BDBB-0193A6C3890F}" destId="{D2C1932B-0AEC-48A1-9B41-7812ACE6337C}" srcOrd="0" destOrd="0" presId="urn:microsoft.com/office/officeart/2005/8/layout/orgChart1"/>
    <dgm:cxn modelId="{0E02CF34-C21B-4F78-A41D-748C2DB5DCD8}" type="presOf" srcId="{F1E38A5B-01B7-47B2-A524-A04A84B5374D}" destId="{72A46936-50D7-4DEA-9B6E-B9AAADC499C2}" srcOrd="0" destOrd="0" presId="urn:microsoft.com/office/officeart/2005/8/layout/orgChart1"/>
    <dgm:cxn modelId="{D5715090-DB83-4E34-9DC2-839B3615622A}" type="presOf" srcId="{4D7A4C98-BEC8-487B-9EB0-5AE768D0D992}" destId="{06BE0A84-A47E-4E22-B32F-E2C99CDE9BBC}" srcOrd="0" destOrd="0" presId="urn:microsoft.com/office/officeart/2005/8/layout/orgChart1"/>
    <dgm:cxn modelId="{3BE46A63-C9D3-432D-A7A3-63313B27A72B}" type="presOf" srcId="{D06EBAE8-B45D-4EAA-908D-E23E669C95C3}" destId="{3376005F-3B21-4BA7-9D4A-215E75BEE184}" srcOrd="0" destOrd="0" presId="urn:microsoft.com/office/officeart/2005/8/layout/orgChart1"/>
    <dgm:cxn modelId="{F3B7A183-45DD-496A-88CC-79999C4EE7BA}" srcId="{719321F8-4378-4105-863F-CF72FA2F1342}" destId="{CF218401-D62B-47C0-A64B-0291EC5AD419}" srcOrd="0" destOrd="0" parTransId="{37057676-2983-4567-9ED1-02BA3D711A2A}" sibTransId="{870573DE-6FFA-4706-AB10-695A3A176070}"/>
    <dgm:cxn modelId="{9C6E4A55-7A69-4AAE-B94E-E0491C9F5B08}" srcId="{719321F8-4378-4105-863F-CF72FA2F1342}" destId="{FCB0327C-4786-43D0-BDD7-20CA4B437BDC}" srcOrd="3" destOrd="0" parTransId="{56B3E3FD-4290-4C84-AA29-45BD45B4C14A}" sibTransId="{4521B5D4-0716-4157-B832-B6EEA904482E}"/>
    <dgm:cxn modelId="{410F950B-569A-4590-AB6A-0B946B0D30A5}" type="presOf" srcId="{6C8D5DF7-418A-45E8-B718-2BCB515AB3F7}" destId="{214B48D9-CB16-45C5-A999-7D7187D843C4}" srcOrd="0" destOrd="0" presId="urn:microsoft.com/office/officeart/2005/8/layout/orgChart1"/>
    <dgm:cxn modelId="{C580B726-774C-430A-893E-7082A0D7E603}" type="presOf" srcId="{0D640B8C-1B1F-47C5-B5C3-5BAEB4682968}" destId="{C3F6E73A-0DF0-44B3-9F69-5A25967EE9D0}" srcOrd="0" destOrd="0" presId="urn:microsoft.com/office/officeart/2005/8/layout/orgChart1"/>
    <dgm:cxn modelId="{B5C7885D-CC12-4FD8-9C14-3BC9B5553D9E}" type="presOf" srcId="{E40005D2-C9F4-44AB-A737-9137580E0723}" destId="{52123BCE-43C7-4135-8A29-0FDE8FAEACB8}" srcOrd="0" destOrd="0" presId="urn:microsoft.com/office/officeart/2005/8/layout/orgChart1"/>
    <dgm:cxn modelId="{C077DD05-AEFE-47BE-A3C0-F436A55C3946}" type="presOf" srcId="{0D640B8C-1B1F-47C5-B5C3-5BAEB4682968}" destId="{37561673-11BD-455B-926F-0D5E1CF39E26}" srcOrd="1" destOrd="0" presId="urn:microsoft.com/office/officeart/2005/8/layout/orgChart1"/>
    <dgm:cxn modelId="{4076EF56-D3B5-4498-A357-73647C254ABD}" type="presOf" srcId="{4FCA5188-78B5-4B82-B2EA-4BE8CE88CF1D}" destId="{C48FA5A2-3DB1-4FBF-A414-690664336DC2}" srcOrd="0" destOrd="0" presId="urn:microsoft.com/office/officeart/2005/8/layout/orgChart1"/>
    <dgm:cxn modelId="{3DF0BED9-F7F9-4C7C-8412-C293F67CA8C2}" type="presOf" srcId="{485F0D90-1D58-4DFD-87FA-676A367E1343}" destId="{EB8C21FF-AEBC-4867-B71E-6F28AF58503F}" srcOrd="0" destOrd="0" presId="urn:microsoft.com/office/officeart/2005/8/layout/orgChart1"/>
    <dgm:cxn modelId="{B1B6F171-E4DD-4E10-8A3E-7B9056E2E5EE}" type="presOf" srcId="{998C8A27-1EC9-4B46-A1FF-74D4878349E8}" destId="{4DE01271-6F23-427A-9DA4-35E64AD5D646}" srcOrd="0" destOrd="0" presId="urn:microsoft.com/office/officeart/2005/8/layout/orgChart1"/>
    <dgm:cxn modelId="{CEE8905D-DBEF-42A9-B721-185545459438}" srcId="{6EEE78BB-454A-4CEE-A45D-57E033480960}" destId="{4E67AB47-80AC-4BD8-AB7F-0EFF7BC8D232}" srcOrd="0" destOrd="0" parTransId="{667F846F-81B2-4B99-BDBB-0193A6C3890F}" sibTransId="{3C85ECEB-8E08-4E2C-BA0D-2FCE647FFAD1}"/>
    <dgm:cxn modelId="{6D311511-78FC-47A6-9CC7-C5BFA6C0C56C}" type="presOf" srcId="{96CD9EE6-9E26-423C-A705-7480FD8F5E30}" destId="{F871C937-A477-47AA-80F9-EAF6E04B6B9E}" srcOrd="0" destOrd="0" presId="urn:microsoft.com/office/officeart/2005/8/layout/orgChart1"/>
    <dgm:cxn modelId="{81F4D088-0797-43FC-AA80-BECD8A64C28B}" type="presOf" srcId="{6EEE78BB-454A-4CEE-A45D-57E033480960}" destId="{27C29F2D-EF0C-497B-9574-9BA1E29FB0DD}" srcOrd="0" destOrd="0" presId="urn:microsoft.com/office/officeart/2005/8/layout/orgChart1"/>
    <dgm:cxn modelId="{C2874628-DE01-4F1D-B07D-C1C603D745DA}" srcId="{17CE6382-3527-4F74-B651-3C57EB97ADD3}" destId="{41ECF467-7BB3-4F91-ADD3-6EDFB2C82E52}" srcOrd="1" destOrd="0" parTransId="{2C29A27A-0FB0-4B09-914D-1A4AD8A7389C}" sibTransId="{5BCFE489-DA9A-4779-B698-09EC398AB044}"/>
    <dgm:cxn modelId="{D72DC1F7-BF0E-4807-BCD8-B8C12556C9C1}" srcId="{17CE6382-3527-4F74-B651-3C57EB97ADD3}" destId="{4D7A4C98-BEC8-487B-9EB0-5AE768D0D992}" srcOrd="3" destOrd="0" parTransId="{F1E38A5B-01B7-47B2-A524-A04A84B5374D}" sibTransId="{F825A7F7-6D19-4C51-B52E-4914FA2E6814}"/>
    <dgm:cxn modelId="{BBEDD4DE-0E93-4894-816E-0B76DB405253}" type="presOf" srcId="{6C8D5DF7-418A-45E8-B718-2BCB515AB3F7}" destId="{84666AE0-FF14-46C2-9DA9-7774DF156A4E}" srcOrd="1" destOrd="0" presId="urn:microsoft.com/office/officeart/2005/8/layout/orgChart1"/>
    <dgm:cxn modelId="{E0C16455-EE00-44EE-ADD5-FA5168A06122}" type="presOf" srcId="{17CE6382-3527-4F74-B651-3C57EB97ADD3}" destId="{A6A3B257-D618-47C5-97B9-B876DEC01EA1}" srcOrd="0" destOrd="0" presId="urn:microsoft.com/office/officeart/2005/8/layout/orgChart1"/>
    <dgm:cxn modelId="{83D31D6A-B858-48C7-95B8-40735C76990A}" srcId="{CF218401-D62B-47C0-A64B-0291EC5AD419}" destId="{8F68C472-0C17-4B44-9BE0-C214A1F3DFA5}" srcOrd="2" destOrd="0" parTransId="{5058005E-49B8-4223-96B4-147EAEEF0637}" sibTransId="{D699CF32-A819-4CCF-9AE7-C27E31F24EAD}"/>
    <dgm:cxn modelId="{C0115FFB-3A18-43B3-A0CC-AB922C811516}" type="presOf" srcId="{BC959DBB-B03F-42B5-AAFF-346372B55326}" destId="{E5BC64EC-97CF-4525-A1B9-B31599FA48AA}" srcOrd="0" destOrd="0" presId="urn:microsoft.com/office/officeart/2005/8/layout/orgChart1"/>
    <dgm:cxn modelId="{79F3B57E-5C7B-411F-932D-2E3399238E72}" type="presOf" srcId="{719321F8-4378-4105-863F-CF72FA2F1342}" destId="{9022DCDF-3EF8-4DE4-9E1C-05968A7AEFCE}" srcOrd="0" destOrd="0" presId="urn:microsoft.com/office/officeart/2005/8/layout/orgChart1"/>
    <dgm:cxn modelId="{26E9C025-F46C-4701-889B-04223047BCE0}" type="presOf" srcId="{FCB0327C-4786-43D0-BDD7-20CA4B437BDC}" destId="{52F2A2AE-C4FB-4541-AEE1-2449C3B6B475}" srcOrd="0" destOrd="0" presId="urn:microsoft.com/office/officeart/2005/8/layout/orgChart1"/>
    <dgm:cxn modelId="{B99644C8-8449-42ED-844B-6E10E049C891}" type="presOf" srcId="{96CD9EE6-9E26-423C-A705-7480FD8F5E30}" destId="{30FED5D2-7C1B-4121-8484-55B6A3E4FA31}" srcOrd="1" destOrd="0" presId="urn:microsoft.com/office/officeart/2005/8/layout/orgChart1"/>
    <dgm:cxn modelId="{340040C4-4522-477C-86D8-A63631142DE3}" type="presOf" srcId="{8F68C472-0C17-4B44-9BE0-C214A1F3DFA5}" destId="{88135C38-6F50-46C6-87EC-DD7D5D974465}" srcOrd="0" destOrd="0" presId="urn:microsoft.com/office/officeart/2005/8/layout/orgChart1"/>
    <dgm:cxn modelId="{176868DB-CE0C-4E36-B7B1-1DEA9AE15EC6}" type="presOf" srcId="{6EEE78BB-454A-4CEE-A45D-57E033480960}" destId="{2AD03FE3-1A81-4B7A-AB95-6286CA0E76E0}" srcOrd="1" destOrd="0" presId="urn:microsoft.com/office/officeart/2005/8/layout/orgChart1"/>
    <dgm:cxn modelId="{88B44489-C6E4-4B7E-92B0-BAD21C9D0613}" type="presOf" srcId="{37057676-2983-4567-9ED1-02BA3D711A2A}" destId="{6B46A723-7CE5-4A45-A562-9DF30D194913}" srcOrd="0" destOrd="0" presId="urn:microsoft.com/office/officeart/2005/8/layout/orgChart1"/>
    <dgm:cxn modelId="{0145461A-EA09-4936-8439-462E8667D986}" srcId="{719321F8-4378-4105-863F-CF72FA2F1342}" destId="{6EEE78BB-454A-4CEE-A45D-57E033480960}" srcOrd="2" destOrd="0" parTransId="{E025930D-0A04-4CBC-B475-417B4E41A1CE}" sibTransId="{99AD4315-C4C4-4945-A0A5-2FBE6F794427}"/>
    <dgm:cxn modelId="{CC33D606-2029-4233-AEE1-FE36D0BE7D58}" type="presOf" srcId="{E025930D-0A04-4CBC-B475-417B4E41A1CE}" destId="{B85CBAA7-3566-42DC-A117-75AAC96FF4E0}" srcOrd="0" destOrd="0" presId="urn:microsoft.com/office/officeart/2005/8/layout/orgChart1"/>
    <dgm:cxn modelId="{46BBE072-008B-452D-87BA-FE83F577AF75}" type="presOf" srcId="{CF218401-D62B-47C0-A64B-0291EC5AD419}" destId="{6FA49515-A4B5-45BE-B945-587D343D66DC}" srcOrd="0" destOrd="0" presId="urn:microsoft.com/office/officeart/2005/8/layout/orgChart1"/>
    <dgm:cxn modelId="{7C9477CC-8033-4295-96B3-1DEA583F4C5F}" type="presOf" srcId="{2C29A27A-0FB0-4B09-914D-1A4AD8A7389C}" destId="{270B4467-F879-4F57-B1A2-960F6E5B8D11}" srcOrd="0" destOrd="0" presId="urn:microsoft.com/office/officeart/2005/8/layout/orgChart1"/>
    <dgm:cxn modelId="{2F305C02-60AF-4FB6-B9B9-B485A4E703C5}" type="presOf" srcId="{4E67AB47-80AC-4BD8-AB7F-0EFF7BC8D232}" destId="{C4946F43-DCFF-4FDA-ACD9-06162FD918AA}" srcOrd="0" destOrd="0" presId="urn:microsoft.com/office/officeart/2005/8/layout/orgChart1"/>
    <dgm:cxn modelId="{86DC334E-A61A-413A-9DB0-57F688CB7933}" srcId="{CF218401-D62B-47C0-A64B-0291EC5AD419}" destId="{E40005D2-C9F4-44AB-A737-9137580E0723}" srcOrd="1" destOrd="0" parTransId="{D06EBAE8-B45D-4EAA-908D-E23E669C95C3}" sibTransId="{B16AB6E0-13D7-4B18-8DE6-55A9930694AB}"/>
    <dgm:cxn modelId="{4AF3C060-5A19-467F-8133-E406AC4F9904}" type="presOf" srcId="{FCB0327C-4786-43D0-BDD7-20CA4B437BDC}" destId="{E1FDA9D3-E607-4CAC-A937-F7448D77B980}" srcOrd="1" destOrd="0" presId="urn:microsoft.com/office/officeart/2005/8/layout/orgChart1"/>
    <dgm:cxn modelId="{6B1EAFEF-8086-44E3-B5C2-82A9CB59BD6D}" type="presOf" srcId="{17CE6382-3527-4F74-B651-3C57EB97ADD3}" destId="{F5AA7881-C4E1-44A7-82A4-D0A90ECF8A7E}" srcOrd="1" destOrd="0" presId="urn:microsoft.com/office/officeart/2005/8/layout/orgChart1"/>
    <dgm:cxn modelId="{02420991-37D9-4101-BB8F-9457D8C702A6}" type="presOf" srcId="{41ECF467-7BB3-4F91-ADD3-6EDFB2C82E52}" destId="{24C0534B-15E6-44D0-B191-C49144AC1774}" srcOrd="1" destOrd="0" presId="urn:microsoft.com/office/officeart/2005/8/layout/orgChart1"/>
    <dgm:cxn modelId="{1BC2680E-F36F-4BE8-BC54-BBDAAA387DB3}" type="presOf" srcId="{719321F8-4378-4105-863F-CF72FA2F1342}" destId="{BBC63A2D-069D-468C-9242-64D9587E6BA9}" srcOrd="1" destOrd="0" presId="urn:microsoft.com/office/officeart/2005/8/layout/orgChart1"/>
    <dgm:cxn modelId="{27BC37B5-AA67-45BF-AB86-46FA9ECD441B}" type="presOf" srcId="{8F68C472-0C17-4B44-9BE0-C214A1F3DFA5}" destId="{53CEFD24-663A-4476-96F0-2E29A102C4CC}" srcOrd="1" destOrd="0" presId="urn:microsoft.com/office/officeart/2005/8/layout/orgChart1"/>
    <dgm:cxn modelId="{28B0FC31-77CB-4E6E-B37C-0F6B6CD69A22}" type="presOf" srcId="{B1D23AF3-BE05-41E0-BA1C-8A39503D5058}" destId="{18C0A0B0-13D5-4A9D-B794-086C44959515}" srcOrd="0" destOrd="0" presId="urn:microsoft.com/office/officeart/2005/8/layout/orgChart1"/>
    <dgm:cxn modelId="{2467F3B3-A393-4F8D-9F8A-0B10D28DC8D4}" type="presOf" srcId="{41ECF467-7BB3-4F91-ADD3-6EDFB2C82E52}" destId="{E05BA5D5-F2B8-4162-9C40-FB21EDA0E8E2}" srcOrd="0" destOrd="0" presId="urn:microsoft.com/office/officeart/2005/8/layout/orgChart1"/>
    <dgm:cxn modelId="{269B3488-80FC-4056-9C58-DFAA0616F87F}" type="presOf" srcId="{4D7A4C98-BEC8-487B-9EB0-5AE768D0D992}" destId="{82CB6E60-7D99-44BC-8ADF-22E4CDAD9C5D}" srcOrd="1" destOrd="0" presId="urn:microsoft.com/office/officeart/2005/8/layout/orgChart1"/>
    <dgm:cxn modelId="{D1A8E4A3-37F8-4A89-ACE9-7C68088EF49D}" type="presOf" srcId="{59D8D389-9E28-4CFF-A14C-DE4FF1DB21D4}" destId="{A1A68576-B0B5-45B3-AB10-7EAD96060702}" srcOrd="0" destOrd="0" presId="urn:microsoft.com/office/officeart/2005/8/layout/orgChart1"/>
    <dgm:cxn modelId="{05505FA0-FF2B-45D4-9866-4D7F01F7612B}" type="presOf" srcId="{5058005E-49B8-4223-96B4-147EAEEF0637}" destId="{8FD5767A-A270-4D76-A1A0-FFBAA15CD009}" srcOrd="0" destOrd="0" presId="urn:microsoft.com/office/officeart/2005/8/layout/orgChart1"/>
    <dgm:cxn modelId="{C8833B60-8531-44DD-8783-252E2E30D141}" type="presOf" srcId="{E40005D2-C9F4-44AB-A737-9137580E0723}" destId="{11758D7F-F1F7-4575-8A51-7A606F7665BE}" srcOrd="1" destOrd="0" presId="urn:microsoft.com/office/officeart/2005/8/layout/orgChart1"/>
    <dgm:cxn modelId="{8BF1E34F-EDA1-41C0-BE2A-31CBD4E99480}" srcId="{17CE6382-3527-4F74-B651-3C57EB97ADD3}" destId="{38FC0F93-300F-45CA-8F24-3C1C725AF8FB}" srcOrd="0" destOrd="0" parTransId="{4FCA5188-78B5-4B82-B2EA-4BE8CE88CF1D}" sibTransId="{FBCFED40-7BAA-4B1E-9350-51B5860A3D23}"/>
    <dgm:cxn modelId="{5AEEA64A-FA64-4738-B81D-ED19CCC32D9B}" type="presOf" srcId="{56B3E3FD-4290-4C84-AA29-45BD45B4C14A}" destId="{6827C6BA-35E1-462A-954D-C2B07284DE6C}" srcOrd="0" destOrd="0" presId="urn:microsoft.com/office/officeart/2005/8/layout/orgChart1"/>
    <dgm:cxn modelId="{A3DE722A-D4E8-4E69-9FDE-9796F82535E1}" type="presOf" srcId="{CF218401-D62B-47C0-A64B-0291EC5AD419}" destId="{31D378DD-3B7C-4D1A-B629-646C18309DC6}" srcOrd="1" destOrd="0" presId="urn:microsoft.com/office/officeart/2005/8/layout/orgChart1"/>
    <dgm:cxn modelId="{379734AF-5D7F-44C3-B2E2-54D6D44CBFA8}" srcId="{CF218401-D62B-47C0-A64B-0291EC5AD419}" destId="{6C8D5DF7-418A-45E8-B718-2BCB515AB3F7}" srcOrd="3" destOrd="0" parTransId="{BC959DBB-B03F-42B5-AAFF-346372B55326}" sibTransId="{A2091A08-6412-4A3C-890B-F51CC0FD2161}"/>
    <dgm:cxn modelId="{D95BC717-70C5-42BA-9809-6134E8C2E587}" srcId="{17CE6382-3527-4F74-B651-3C57EB97ADD3}" destId="{0D640B8C-1B1F-47C5-B5C3-5BAEB4682968}" srcOrd="2" destOrd="0" parTransId="{B1D23AF3-BE05-41E0-BA1C-8A39503D5058}" sibTransId="{A0EAC1B3-51BF-4288-95B6-667684DC2477}"/>
    <dgm:cxn modelId="{C83619C8-17B2-4093-8A6A-417C3F8BE22D}" type="presOf" srcId="{38FC0F93-300F-45CA-8F24-3C1C725AF8FB}" destId="{E455F617-100D-4AB1-AE5C-51F78DFF92A4}" srcOrd="1" destOrd="0" presId="urn:microsoft.com/office/officeart/2005/8/layout/orgChart1"/>
    <dgm:cxn modelId="{EA928B6C-D2AA-4B7D-BDCF-AEC455A830A4}" type="presOf" srcId="{4E67AB47-80AC-4BD8-AB7F-0EFF7BC8D232}" destId="{19AE6879-5481-4A29-B150-6346F09CEF05}" srcOrd="1" destOrd="0" presId="urn:microsoft.com/office/officeart/2005/8/layout/orgChart1"/>
    <dgm:cxn modelId="{B7C39D2D-BC76-47E8-86EF-85C9506293C5}" type="presOf" srcId="{38FC0F93-300F-45CA-8F24-3C1C725AF8FB}" destId="{377FD229-5E4C-43DE-BC04-3A0B7CBADBE8}" srcOrd="0" destOrd="0" presId="urn:microsoft.com/office/officeart/2005/8/layout/orgChart1"/>
    <dgm:cxn modelId="{34C676CB-1A1E-4802-9910-C689A2616F9A}" srcId="{719321F8-4378-4105-863F-CF72FA2F1342}" destId="{17CE6382-3527-4F74-B651-3C57EB97ADD3}" srcOrd="1" destOrd="0" parTransId="{485F0D90-1D58-4DFD-87FA-676A367E1343}" sibTransId="{7B7BEF3F-82EC-4921-9228-56D3A7DDE3F9}"/>
    <dgm:cxn modelId="{A6EF4767-B02A-4A17-80CE-4ADEC5FF24AD}" srcId="{998C8A27-1EC9-4B46-A1FF-74D4878349E8}" destId="{719321F8-4378-4105-863F-CF72FA2F1342}" srcOrd="0" destOrd="0" parTransId="{0A2DE53E-7014-47DB-A587-F6D8BDC46860}" sibTransId="{86595CED-54A5-498B-840E-4F549642FCF0}"/>
    <dgm:cxn modelId="{8B6C2BB2-4E7B-4DDD-B733-2033483EDD62}" srcId="{CF218401-D62B-47C0-A64B-0291EC5AD419}" destId="{96CD9EE6-9E26-423C-A705-7480FD8F5E30}" srcOrd="0" destOrd="0" parTransId="{59D8D389-9E28-4CFF-A14C-DE4FF1DB21D4}" sibTransId="{45284790-7122-4DF5-8F43-D70A4919386F}"/>
    <dgm:cxn modelId="{9C672DC2-F722-4B2A-8C26-B8B530EB2109}" type="presParOf" srcId="{4DE01271-6F23-427A-9DA4-35E64AD5D646}" destId="{C9C2BF0F-B397-4A25-8960-99FC515E4488}" srcOrd="0" destOrd="0" presId="urn:microsoft.com/office/officeart/2005/8/layout/orgChart1"/>
    <dgm:cxn modelId="{FBFA5010-600A-4818-B91F-DDD265ECC926}" type="presParOf" srcId="{C9C2BF0F-B397-4A25-8960-99FC515E4488}" destId="{5A1887DC-6324-42FC-95D6-471B22E5428C}" srcOrd="0" destOrd="0" presId="urn:microsoft.com/office/officeart/2005/8/layout/orgChart1"/>
    <dgm:cxn modelId="{B13DDD5B-756B-4DD7-9143-0CA4EFF5D69B}" type="presParOf" srcId="{5A1887DC-6324-42FC-95D6-471B22E5428C}" destId="{9022DCDF-3EF8-4DE4-9E1C-05968A7AEFCE}" srcOrd="0" destOrd="0" presId="urn:microsoft.com/office/officeart/2005/8/layout/orgChart1"/>
    <dgm:cxn modelId="{3209A557-CC6C-4C69-B178-372C7A3AAD92}" type="presParOf" srcId="{5A1887DC-6324-42FC-95D6-471B22E5428C}" destId="{BBC63A2D-069D-468C-9242-64D9587E6BA9}" srcOrd="1" destOrd="0" presId="urn:microsoft.com/office/officeart/2005/8/layout/orgChart1"/>
    <dgm:cxn modelId="{AA7FC93B-C8D5-4A38-B272-24FB55678DE4}" type="presParOf" srcId="{C9C2BF0F-B397-4A25-8960-99FC515E4488}" destId="{283CE263-1947-4F25-B328-2C8E5687F5B3}" srcOrd="1" destOrd="0" presId="urn:microsoft.com/office/officeart/2005/8/layout/orgChart1"/>
    <dgm:cxn modelId="{9E5355F5-56EE-434D-B426-21E38D8EFF5D}" type="presParOf" srcId="{283CE263-1947-4F25-B328-2C8E5687F5B3}" destId="{6B46A723-7CE5-4A45-A562-9DF30D194913}" srcOrd="0" destOrd="0" presId="urn:microsoft.com/office/officeart/2005/8/layout/orgChart1"/>
    <dgm:cxn modelId="{98C3510F-A61D-458F-981B-0AFCE4912D84}" type="presParOf" srcId="{283CE263-1947-4F25-B328-2C8E5687F5B3}" destId="{15442F4E-C442-4E62-AD73-7315F5AEEA37}" srcOrd="1" destOrd="0" presId="urn:microsoft.com/office/officeart/2005/8/layout/orgChart1"/>
    <dgm:cxn modelId="{3EE7899D-E0F9-44A3-907B-30DBC4BE601B}" type="presParOf" srcId="{15442F4E-C442-4E62-AD73-7315F5AEEA37}" destId="{0AB2322E-0E63-4920-A80D-D2287F926E76}" srcOrd="0" destOrd="0" presId="urn:microsoft.com/office/officeart/2005/8/layout/orgChart1"/>
    <dgm:cxn modelId="{F68A5222-F767-4443-B429-337F2CF302C8}" type="presParOf" srcId="{0AB2322E-0E63-4920-A80D-D2287F926E76}" destId="{6FA49515-A4B5-45BE-B945-587D343D66DC}" srcOrd="0" destOrd="0" presId="urn:microsoft.com/office/officeart/2005/8/layout/orgChart1"/>
    <dgm:cxn modelId="{CDE22D10-616A-4D54-97EE-8A14D087D0C5}" type="presParOf" srcId="{0AB2322E-0E63-4920-A80D-D2287F926E76}" destId="{31D378DD-3B7C-4D1A-B629-646C18309DC6}" srcOrd="1" destOrd="0" presId="urn:microsoft.com/office/officeart/2005/8/layout/orgChart1"/>
    <dgm:cxn modelId="{9E5C7EFB-C734-43FE-AD70-B76E6BAB310F}" type="presParOf" srcId="{15442F4E-C442-4E62-AD73-7315F5AEEA37}" destId="{8C4F4AF5-91FE-40B8-A1CC-1B9B4C24DBE8}" srcOrd="1" destOrd="0" presId="urn:microsoft.com/office/officeart/2005/8/layout/orgChart1"/>
    <dgm:cxn modelId="{A5CE9AD7-3DC1-4533-8798-2C27649BB43F}" type="presParOf" srcId="{8C4F4AF5-91FE-40B8-A1CC-1B9B4C24DBE8}" destId="{A1A68576-B0B5-45B3-AB10-7EAD96060702}" srcOrd="0" destOrd="0" presId="urn:microsoft.com/office/officeart/2005/8/layout/orgChart1"/>
    <dgm:cxn modelId="{3A3CFEA0-DB65-48E1-8EF4-9EF3A83E91E0}" type="presParOf" srcId="{8C4F4AF5-91FE-40B8-A1CC-1B9B4C24DBE8}" destId="{F3477D72-5763-4327-A930-3600B39FC822}" srcOrd="1" destOrd="0" presId="urn:microsoft.com/office/officeart/2005/8/layout/orgChart1"/>
    <dgm:cxn modelId="{22E304C4-1E7E-469B-A206-624D65658923}" type="presParOf" srcId="{F3477D72-5763-4327-A930-3600B39FC822}" destId="{1E4EA834-BE13-490C-BEB3-E2424E2F9038}" srcOrd="0" destOrd="0" presId="urn:microsoft.com/office/officeart/2005/8/layout/orgChart1"/>
    <dgm:cxn modelId="{3091495F-D289-4CFC-B5D9-A97D04E14F4D}" type="presParOf" srcId="{1E4EA834-BE13-490C-BEB3-E2424E2F9038}" destId="{F871C937-A477-47AA-80F9-EAF6E04B6B9E}" srcOrd="0" destOrd="0" presId="urn:microsoft.com/office/officeart/2005/8/layout/orgChart1"/>
    <dgm:cxn modelId="{47A64CAF-E0F5-4812-B3FC-7464D2AF0926}" type="presParOf" srcId="{1E4EA834-BE13-490C-BEB3-E2424E2F9038}" destId="{30FED5D2-7C1B-4121-8484-55B6A3E4FA31}" srcOrd="1" destOrd="0" presId="urn:microsoft.com/office/officeart/2005/8/layout/orgChart1"/>
    <dgm:cxn modelId="{E897FFB0-270F-48C9-AEAF-5F2F3130DABE}" type="presParOf" srcId="{F3477D72-5763-4327-A930-3600B39FC822}" destId="{59B6E7D8-C987-4D55-97F0-371F3D1868A0}" srcOrd="1" destOrd="0" presId="urn:microsoft.com/office/officeart/2005/8/layout/orgChart1"/>
    <dgm:cxn modelId="{7A6D9D86-AF9E-4923-B8C8-9B75051EB1C8}" type="presParOf" srcId="{F3477D72-5763-4327-A930-3600B39FC822}" destId="{BF9EF32C-331A-453D-AB99-886D6D36C8DA}" srcOrd="2" destOrd="0" presId="urn:microsoft.com/office/officeart/2005/8/layout/orgChart1"/>
    <dgm:cxn modelId="{1C25EF30-3397-4F3C-AA9F-7E872EA40AFC}" type="presParOf" srcId="{8C4F4AF5-91FE-40B8-A1CC-1B9B4C24DBE8}" destId="{3376005F-3B21-4BA7-9D4A-215E75BEE184}" srcOrd="2" destOrd="0" presId="urn:microsoft.com/office/officeart/2005/8/layout/orgChart1"/>
    <dgm:cxn modelId="{D04BD19A-772D-493A-8721-B4EEF0B7461E}" type="presParOf" srcId="{8C4F4AF5-91FE-40B8-A1CC-1B9B4C24DBE8}" destId="{EAF77181-2044-4644-B2AD-D18117A56391}" srcOrd="3" destOrd="0" presId="urn:microsoft.com/office/officeart/2005/8/layout/orgChart1"/>
    <dgm:cxn modelId="{B210BA7B-2989-406B-81AF-A011CF7C740E}" type="presParOf" srcId="{EAF77181-2044-4644-B2AD-D18117A56391}" destId="{B4E1B35D-5F00-4718-AE7C-51A0D671E26D}" srcOrd="0" destOrd="0" presId="urn:microsoft.com/office/officeart/2005/8/layout/orgChart1"/>
    <dgm:cxn modelId="{8B3B1153-D576-42A3-8534-E9332567901A}" type="presParOf" srcId="{B4E1B35D-5F00-4718-AE7C-51A0D671E26D}" destId="{52123BCE-43C7-4135-8A29-0FDE8FAEACB8}" srcOrd="0" destOrd="0" presId="urn:microsoft.com/office/officeart/2005/8/layout/orgChart1"/>
    <dgm:cxn modelId="{E0F50981-2528-44AA-88BC-265D97F7C6ED}" type="presParOf" srcId="{B4E1B35D-5F00-4718-AE7C-51A0D671E26D}" destId="{11758D7F-F1F7-4575-8A51-7A606F7665BE}" srcOrd="1" destOrd="0" presId="urn:microsoft.com/office/officeart/2005/8/layout/orgChart1"/>
    <dgm:cxn modelId="{5451E4F7-B95B-4261-9091-DBE4AD4EFC13}" type="presParOf" srcId="{EAF77181-2044-4644-B2AD-D18117A56391}" destId="{D13995E1-CA82-4BAE-8C80-213AE537C42A}" srcOrd="1" destOrd="0" presId="urn:microsoft.com/office/officeart/2005/8/layout/orgChart1"/>
    <dgm:cxn modelId="{5747034E-9769-4A34-9E1D-97619D7E8074}" type="presParOf" srcId="{EAF77181-2044-4644-B2AD-D18117A56391}" destId="{CF736C7A-44DE-4E51-A204-90D1290167C2}" srcOrd="2" destOrd="0" presId="urn:microsoft.com/office/officeart/2005/8/layout/orgChart1"/>
    <dgm:cxn modelId="{EEDC28EB-1C6A-4C42-81E8-62DF357C3AA3}" type="presParOf" srcId="{8C4F4AF5-91FE-40B8-A1CC-1B9B4C24DBE8}" destId="{8FD5767A-A270-4D76-A1A0-FFBAA15CD009}" srcOrd="4" destOrd="0" presId="urn:microsoft.com/office/officeart/2005/8/layout/orgChart1"/>
    <dgm:cxn modelId="{6CD829EF-1CE6-41E1-812F-59A4B400F724}" type="presParOf" srcId="{8C4F4AF5-91FE-40B8-A1CC-1B9B4C24DBE8}" destId="{EB3655C0-897D-4503-925C-6780DF5EAE17}" srcOrd="5" destOrd="0" presId="urn:microsoft.com/office/officeart/2005/8/layout/orgChart1"/>
    <dgm:cxn modelId="{1E409A5A-9C04-4C9E-AAAA-FF7FFCA050AF}" type="presParOf" srcId="{EB3655C0-897D-4503-925C-6780DF5EAE17}" destId="{563CF153-DCD3-4E2E-83E1-3E0C9C86CD56}" srcOrd="0" destOrd="0" presId="urn:microsoft.com/office/officeart/2005/8/layout/orgChart1"/>
    <dgm:cxn modelId="{E3A82005-2A9D-4F8A-A9AA-D8C6F2EC24C9}" type="presParOf" srcId="{563CF153-DCD3-4E2E-83E1-3E0C9C86CD56}" destId="{88135C38-6F50-46C6-87EC-DD7D5D974465}" srcOrd="0" destOrd="0" presId="urn:microsoft.com/office/officeart/2005/8/layout/orgChart1"/>
    <dgm:cxn modelId="{882DF937-166E-4C12-BAC5-ABD1318C77B9}" type="presParOf" srcId="{563CF153-DCD3-4E2E-83E1-3E0C9C86CD56}" destId="{53CEFD24-663A-4476-96F0-2E29A102C4CC}" srcOrd="1" destOrd="0" presId="urn:microsoft.com/office/officeart/2005/8/layout/orgChart1"/>
    <dgm:cxn modelId="{130A90C2-3DBF-48CE-B110-E56FFC628A7B}" type="presParOf" srcId="{EB3655C0-897D-4503-925C-6780DF5EAE17}" destId="{F5453A8B-B757-43BF-8684-E9BC0EF06FC1}" srcOrd="1" destOrd="0" presId="urn:microsoft.com/office/officeart/2005/8/layout/orgChart1"/>
    <dgm:cxn modelId="{ADD37C8E-A070-4703-B6FA-FC19791A1D07}" type="presParOf" srcId="{EB3655C0-897D-4503-925C-6780DF5EAE17}" destId="{0BD3BA61-705E-469B-AB87-9ECE8A1140C9}" srcOrd="2" destOrd="0" presId="urn:microsoft.com/office/officeart/2005/8/layout/orgChart1"/>
    <dgm:cxn modelId="{77EFCBD4-05AF-4359-BEFD-053A84C2D2DA}" type="presParOf" srcId="{8C4F4AF5-91FE-40B8-A1CC-1B9B4C24DBE8}" destId="{E5BC64EC-97CF-4525-A1B9-B31599FA48AA}" srcOrd="6" destOrd="0" presId="urn:microsoft.com/office/officeart/2005/8/layout/orgChart1"/>
    <dgm:cxn modelId="{DC61EFAD-0F1B-41A0-918D-FD2B358F55B1}" type="presParOf" srcId="{8C4F4AF5-91FE-40B8-A1CC-1B9B4C24DBE8}" destId="{A45ACB23-3E75-4309-A12A-C2CD4DBA3404}" srcOrd="7" destOrd="0" presId="urn:microsoft.com/office/officeart/2005/8/layout/orgChart1"/>
    <dgm:cxn modelId="{DA4FFF30-9E4F-4CE1-8FD9-A005C79A90E2}" type="presParOf" srcId="{A45ACB23-3E75-4309-A12A-C2CD4DBA3404}" destId="{DF012865-C7FE-4FB9-B07E-8E2CA96D51FD}" srcOrd="0" destOrd="0" presId="urn:microsoft.com/office/officeart/2005/8/layout/orgChart1"/>
    <dgm:cxn modelId="{5AD61F1D-FB4F-4730-839D-4BAC4F6518E6}" type="presParOf" srcId="{DF012865-C7FE-4FB9-B07E-8E2CA96D51FD}" destId="{214B48D9-CB16-45C5-A999-7D7187D843C4}" srcOrd="0" destOrd="0" presId="urn:microsoft.com/office/officeart/2005/8/layout/orgChart1"/>
    <dgm:cxn modelId="{5CA5C502-D7C2-4FC0-A93F-B59740195ADC}" type="presParOf" srcId="{DF012865-C7FE-4FB9-B07E-8E2CA96D51FD}" destId="{84666AE0-FF14-46C2-9DA9-7774DF156A4E}" srcOrd="1" destOrd="0" presId="urn:microsoft.com/office/officeart/2005/8/layout/orgChart1"/>
    <dgm:cxn modelId="{4A607DA6-5FCD-45DA-A7C7-A16D8EE12542}" type="presParOf" srcId="{A45ACB23-3E75-4309-A12A-C2CD4DBA3404}" destId="{37884319-78E3-41A5-9705-1FE016690ED1}" srcOrd="1" destOrd="0" presId="urn:microsoft.com/office/officeart/2005/8/layout/orgChart1"/>
    <dgm:cxn modelId="{594E9E91-F833-4536-AD2B-22BAD1B064B4}" type="presParOf" srcId="{A45ACB23-3E75-4309-A12A-C2CD4DBA3404}" destId="{A3154BF1-5B36-4A42-A155-5BE31CB19068}" srcOrd="2" destOrd="0" presId="urn:microsoft.com/office/officeart/2005/8/layout/orgChart1"/>
    <dgm:cxn modelId="{A5C43D4F-11F3-4CFC-B6D6-169E12F96228}" type="presParOf" srcId="{15442F4E-C442-4E62-AD73-7315F5AEEA37}" destId="{CE84147C-B1AE-4A9C-8356-877BEB295CFD}" srcOrd="2" destOrd="0" presId="urn:microsoft.com/office/officeart/2005/8/layout/orgChart1"/>
    <dgm:cxn modelId="{BBE19995-7674-4A94-B75F-31DD4214E244}" type="presParOf" srcId="{283CE263-1947-4F25-B328-2C8E5687F5B3}" destId="{EB8C21FF-AEBC-4867-B71E-6F28AF58503F}" srcOrd="2" destOrd="0" presId="urn:microsoft.com/office/officeart/2005/8/layout/orgChart1"/>
    <dgm:cxn modelId="{724EF168-066B-4853-868F-C4C4F052C4C6}" type="presParOf" srcId="{283CE263-1947-4F25-B328-2C8E5687F5B3}" destId="{24FE62D0-440C-454C-81D6-F9B32E0D3B57}" srcOrd="3" destOrd="0" presId="urn:microsoft.com/office/officeart/2005/8/layout/orgChart1"/>
    <dgm:cxn modelId="{1D7DBC41-FA4C-430D-B5D0-F9D7D52B6285}" type="presParOf" srcId="{24FE62D0-440C-454C-81D6-F9B32E0D3B57}" destId="{97E5E255-99E7-4B6F-953D-8DD335A697F3}" srcOrd="0" destOrd="0" presId="urn:microsoft.com/office/officeart/2005/8/layout/orgChart1"/>
    <dgm:cxn modelId="{3016C65F-BFBB-43EE-81F9-3584AC19B9E5}" type="presParOf" srcId="{97E5E255-99E7-4B6F-953D-8DD335A697F3}" destId="{A6A3B257-D618-47C5-97B9-B876DEC01EA1}" srcOrd="0" destOrd="0" presId="urn:microsoft.com/office/officeart/2005/8/layout/orgChart1"/>
    <dgm:cxn modelId="{C0F4FF08-3165-4E13-87B4-A622ED20D84F}" type="presParOf" srcId="{97E5E255-99E7-4B6F-953D-8DD335A697F3}" destId="{F5AA7881-C4E1-44A7-82A4-D0A90ECF8A7E}" srcOrd="1" destOrd="0" presId="urn:microsoft.com/office/officeart/2005/8/layout/orgChart1"/>
    <dgm:cxn modelId="{7CF4D484-73E5-4120-BF55-FD1F1608B876}" type="presParOf" srcId="{24FE62D0-440C-454C-81D6-F9B32E0D3B57}" destId="{CF0A8C0D-A550-40EA-8208-36F7DF03CA68}" srcOrd="1" destOrd="0" presId="urn:microsoft.com/office/officeart/2005/8/layout/orgChart1"/>
    <dgm:cxn modelId="{3E2CE068-5AEA-48BD-A522-D314F8816041}" type="presParOf" srcId="{CF0A8C0D-A550-40EA-8208-36F7DF03CA68}" destId="{C48FA5A2-3DB1-4FBF-A414-690664336DC2}" srcOrd="0" destOrd="0" presId="urn:microsoft.com/office/officeart/2005/8/layout/orgChart1"/>
    <dgm:cxn modelId="{9E4C7F9A-9E4A-4BF4-A0F8-F8161F6AEB03}" type="presParOf" srcId="{CF0A8C0D-A550-40EA-8208-36F7DF03CA68}" destId="{5DDFE4DC-6144-40B3-82DC-87C403E974AD}" srcOrd="1" destOrd="0" presId="urn:microsoft.com/office/officeart/2005/8/layout/orgChart1"/>
    <dgm:cxn modelId="{BCBE138E-4E38-45FA-9DA2-FF003B0F15B8}" type="presParOf" srcId="{5DDFE4DC-6144-40B3-82DC-87C403E974AD}" destId="{48A578B3-138E-46DB-8946-ECE642B74151}" srcOrd="0" destOrd="0" presId="urn:microsoft.com/office/officeart/2005/8/layout/orgChart1"/>
    <dgm:cxn modelId="{B2950F9C-BD5A-4966-B4C5-6A9C93E4AA83}" type="presParOf" srcId="{48A578B3-138E-46DB-8946-ECE642B74151}" destId="{377FD229-5E4C-43DE-BC04-3A0B7CBADBE8}" srcOrd="0" destOrd="0" presId="urn:microsoft.com/office/officeart/2005/8/layout/orgChart1"/>
    <dgm:cxn modelId="{7D48AD3C-5C8B-4584-86F3-66D659A75B2C}" type="presParOf" srcId="{48A578B3-138E-46DB-8946-ECE642B74151}" destId="{E455F617-100D-4AB1-AE5C-51F78DFF92A4}" srcOrd="1" destOrd="0" presId="urn:microsoft.com/office/officeart/2005/8/layout/orgChart1"/>
    <dgm:cxn modelId="{CBA3D8B8-32CE-4E86-AF91-CC0BA4CDBC20}" type="presParOf" srcId="{5DDFE4DC-6144-40B3-82DC-87C403E974AD}" destId="{B38A98A8-CDB9-4FB2-8F3B-AA96F0694811}" srcOrd="1" destOrd="0" presId="urn:microsoft.com/office/officeart/2005/8/layout/orgChart1"/>
    <dgm:cxn modelId="{EE5D1693-C505-4DB7-8A68-034B16D56F9E}" type="presParOf" srcId="{5DDFE4DC-6144-40B3-82DC-87C403E974AD}" destId="{E6B61705-8137-4335-98A4-D64EF64DBF5D}" srcOrd="2" destOrd="0" presId="urn:microsoft.com/office/officeart/2005/8/layout/orgChart1"/>
    <dgm:cxn modelId="{BC0D6E9F-52C6-48E5-AFDD-6A90F6780CCA}" type="presParOf" srcId="{CF0A8C0D-A550-40EA-8208-36F7DF03CA68}" destId="{270B4467-F879-4F57-B1A2-960F6E5B8D11}" srcOrd="2" destOrd="0" presId="urn:microsoft.com/office/officeart/2005/8/layout/orgChart1"/>
    <dgm:cxn modelId="{B3343505-2E54-4208-A093-7B5F4AD34BF9}" type="presParOf" srcId="{CF0A8C0D-A550-40EA-8208-36F7DF03CA68}" destId="{F48E9642-E1B5-4A81-B0A2-52EC49A18247}" srcOrd="3" destOrd="0" presId="urn:microsoft.com/office/officeart/2005/8/layout/orgChart1"/>
    <dgm:cxn modelId="{D277C901-AB1D-4FDC-8691-7CA3B3F83900}" type="presParOf" srcId="{F48E9642-E1B5-4A81-B0A2-52EC49A18247}" destId="{ADF9EC12-844F-4792-A5FD-7B952B1D285E}" srcOrd="0" destOrd="0" presId="urn:microsoft.com/office/officeart/2005/8/layout/orgChart1"/>
    <dgm:cxn modelId="{00F63E3C-6FC4-40E9-8962-F2036AB378DF}" type="presParOf" srcId="{ADF9EC12-844F-4792-A5FD-7B952B1D285E}" destId="{E05BA5D5-F2B8-4162-9C40-FB21EDA0E8E2}" srcOrd="0" destOrd="0" presId="urn:microsoft.com/office/officeart/2005/8/layout/orgChart1"/>
    <dgm:cxn modelId="{542E636E-49AE-4EB5-B211-03A581ABA73A}" type="presParOf" srcId="{ADF9EC12-844F-4792-A5FD-7B952B1D285E}" destId="{24C0534B-15E6-44D0-B191-C49144AC1774}" srcOrd="1" destOrd="0" presId="urn:microsoft.com/office/officeart/2005/8/layout/orgChart1"/>
    <dgm:cxn modelId="{46FC63EF-D80F-4150-99B1-A0EAAFA7963F}" type="presParOf" srcId="{F48E9642-E1B5-4A81-B0A2-52EC49A18247}" destId="{D0299307-1A8B-439D-9C21-15953E9908BC}" srcOrd="1" destOrd="0" presId="urn:microsoft.com/office/officeart/2005/8/layout/orgChart1"/>
    <dgm:cxn modelId="{AF28AD85-3D5A-419A-8E60-87BF7DE54207}" type="presParOf" srcId="{F48E9642-E1B5-4A81-B0A2-52EC49A18247}" destId="{EA7946BE-8C5E-4783-B034-5DE3AC87F487}" srcOrd="2" destOrd="0" presId="urn:microsoft.com/office/officeart/2005/8/layout/orgChart1"/>
    <dgm:cxn modelId="{F8613F2B-6753-4E11-8045-C3B034BB3E57}" type="presParOf" srcId="{CF0A8C0D-A550-40EA-8208-36F7DF03CA68}" destId="{18C0A0B0-13D5-4A9D-B794-086C44959515}" srcOrd="4" destOrd="0" presId="urn:microsoft.com/office/officeart/2005/8/layout/orgChart1"/>
    <dgm:cxn modelId="{1A156710-1315-4929-8E84-7ECDAEA09693}" type="presParOf" srcId="{CF0A8C0D-A550-40EA-8208-36F7DF03CA68}" destId="{392BB860-E088-48C5-BDA8-D656E216A9E7}" srcOrd="5" destOrd="0" presId="urn:microsoft.com/office/officeart/2005/8/layout/orgChart1"/>
    <dgm:cxn modelId="{27A345BD-D7EE-4C59-95AF-0FDC6A12266B}" type="presParOf" srcId="{392BB860-E088-48C5-BDA8-D656E216A9E7}" destId="{ABB8EFFB-2C49-4DBD-A692-0159FB10E850}" srcOrd="0" destOrd="0" presId="urn:microsoft.com/office/officeart/2005/8/layout/orgChart1"/>
    <dgm:cxn modelId="{D6D0C520-DEF3-4857-9B57-CA971D4AEDDD}" type="presParOf" srcId="{ABB8EFFB-2C49-4DBD-A692-0159FB10E850}" destId="{C3F6E73A-0DF0-44B3-9F69-5A25967EE9D0}" srcOrd="0" destOrd="0" presId="urn:microsoft.com/office/officeart/2005/8/layout/orgChart1"/>
    <dgm:cxn modelId="{B7B6F9FA-DB66-4278-9725-BF68BC2FDE14}" type="presParOf" srcId="{ABB8EFFB-2C49-4DBD-A692-0159FB10E850}" destId="{37561673-11BD-455B-926F-0D5E1CF39E26}" srcOrd="1" destOrd="0" presId="urn:microsoft.com/office/officeart/2005/8/layout/orgChart1"/>
    <dgm:cxn modelId="{96F0BEDA-4CA4-44BB-A61E-AA5F3D811AE4}" type="presParOf" srcId="{392BB860-E088-48C5-BDA8-D656E216A9E7}" destId="{3A1B03DF-464C-4D83-A9CA-C10CFC3A3D0C}" srcOrd="1" destOrd="0" presId="urn:microsoft.com/office/officeart/2005/8/layout/orgChart1"/>
    <dgm:cxn modelId="{C7834A48-A702-47A6-AB6D-BE4286D6A6D9}" type="presParOf" srcId="{392BB860-E088-48C5-BDA8-D656E216A9E7}" destId="{0466D7F8-6DE4-4814-9EAF-D908EC7B4516}" srcOrd="2" destOrd="0" presId="urn:microsoft.com/office/officeart/2005/8/layout/orgChart1"/>
    <dgm:cxn modelId="{289FB864-2EA3-4733-8041-2AF8CF5C5051}" type="presParOf" srcId="{CF0A8C0D-A550-40EA-8208-36F7DF03CA68}" destId="{72A46936-50D7-4DEA-9B6E-B9AAADC499C2}" srcOrd="6" destOrd="0" presId="urn:microsoft.com/office/officeart/2005/8/layout/orgChart1"/>
    <dgm:cxn modelId="{70DDD65F-6B29-48A6-8DFE-67A85C6DAC6A}" type="presParOf" srcId="{CF0A8C0D-A550-40EA-8208-36F7DF03CA68}" destId="{4304DB1A-2144-4271-927D-3476A13BE412}" srcOrd="7" destOrd="0" presId="urn:microsoft.com/office/officeart/2005/8/layout/orgChart1"/>
    <dgm:cxn modelId="{0E40484B-5D48-4E2E-8317-68377838451E}" type="presParOf" srcId="{4304DB1A-2144-4271-927D-3476A13BE412}" destId="{E5F83289-61FF-49F7-94E3-B8CAC577E2CB}" srcOrd="0" destOrd="0" presId="urn:microsoft.com/office/officeart/2005/8/layout/orgChart1"/>
    <dgm:cxn modelId="{E95D68F2-793B-4500-B6BC-C63173CFB81A}" type="presParOf" srcId="{E5F83289-61FF-49F7-94E3-B8CAC577E2CB}" destId="{06BE0A84-A47E-4E22-B32F-E2C99CDE9BBC}" srcOrd="0" destOrd="0" presId="urn:microsoft.com/office/officeart/2005/8/layout/orgChart1"/>
    <dgm:cxn modelId="{A591F819-C6B4-4531-AC12-7477E1690311}" type="presParOf" srcId="{E5F83289-61FF-49F7-94E3-B8CAC577E2CB}" destId="{82CB6E60-7D99-44BC-8ADF-22E4CDAD9C5D}" srcOrd="1" destOrd="0" presId="urn:microsoft.com/office/officeart/2005/8/layout/orgChart1"/>
    <dgm:cxn modelId="{44200FE6-C120-4570-95A5-D23DB83840A3}" type="presParOf" srcId="{4304DB1A-2144-4271-927D-3476A13BE412}" destId="{A7AFC334-E595-4F1B-BC54-DCAD5205275A}" srcOrd="1" destOrd="0" presId="urn:microsoft.com/office/officeart/2005/8/layout/orgChart1"/>
    <dgm:cxn modelId="{6638F33B-E361-406D-9208-91AD993659FB}" type="presParOf" srcId="{4304DB1A-2144-4271-927D-3476A13BE412}" destId="{1D573FAB-1A83-4234-A5DB-AB4CD2C3990A}" srcOrd="2" destOrd="0" presId="urn:microsoft.com/office/officeart/2005/8/layout/orgChart1"/>
    <dgm:cxn modelId="{2EBCB55A-00CE-40AA-91F4-316571326843}" type="presParOf" srcId="{24FE62D0-440C-454C-81D6-F9B32E0D3B57}" destId="{F524E019-CBF5-4467-95AA-B17C74FACD79}" srcOrd="2" destOrd="0" presId="urn:microsoft.com/office/officeart/2005/8/layout/orgChart1"/>
    <dgm:cxn modelId="{24E43337-8502-4B8B-9214-86025EDAC374}" type="presParOf" srcId="{283CE263-1947-4F25-B328-2C8E5687F5B3}" destId="{B85CBAA7-3566-42DC-A117-75AAC96FF4E0}" srcOrd="4" destOrd="0" presId="urn:microsoft.com/office/officeart/2005/8/layout/orgChart1"/>
    <dgm:cxn modelId="{59DA949F-27C8-41A7-ABD7-51203DBA06D5}" type="presParOf" srcId="{283CE263-1947-4F25-B328-2C8E5687F5B3}" destId="{EA2F5E77-AEA5-4656-898C-710F8A6D0D4F}" srcOrd="5" destOrd="0" presId="urn:microsoft.com/office/officeart/2005/8/layout/orgChart1"/>
    <dgm:cxn modelId="{B3FE0C8B-86A0-4A75-AD15-DD1DD54FD170}" type="presParOf" srcId="{EA2F5E77-AEA5-4656-898C-710F8A6D0D4F}" destId="{DFBA5524-05FE-42EB-A02E-85EC545994A0}" srcOrd="0" destOrd="0" presId="urn:microsoft.com/office/officeart/2005/8/layout/orgChart1"/>
    <dgm:cxn modelId="{6636C1D5-4013-4B1B-AB2B-2C60C21C3C16}" type="presParOf" srcId="{DFBA5524-05FE-42EB-A02E-85EC545994A0}" destId="{27C29F2D-EF0C-497B-9574-9BA1E29FB0DD}" srcOrd="0" destOrd="0" presId="urn:microsoft.com/office/officeart/2005/8/layout/orgChart1"/>
    <dgm:cxn modelId="{801588CD-47D8-4245-A9FC-8B1367A05F21}" type="presParOf" srcId="{DFBA5524-05FE-42EB-A02E-85EC545994A0}" destId="{2AD03FE3-1A81-4B7A-AB95-6286CA0E76E0}" srcOrd="1" destOrd="0" presId="urn:microsoft.com/office/officeart/2005/8/layout/orgChart1"/>
    <dgm:cxn modelId="{63F80892-44F2-43A7-9394-0A0990A4347F}" type="presParOf" srcId="{EA2F5E77-AEA5-4656-898C-710F8A6D0D4F}" destId="{608E76E6-8DAD-4864-BCC7-2DFFBF37D888}" srcOrd="1" destOrd="0" presId="urn:microsoft.com/office/officeart/2005/8/layout/orgChart1"/>
    <dgm:cxn modelId="{075AF422-F55A-4C3B-87AA-C14C539DDC87}" type="presParOf" srcId="{608E76E6-8DAD-4864-BCC7-2DFFBF37D888}" destId="{D2C1932B-0AEC-48A1-9B41-7812ACE6337C}" srcOrd="0" destOrd="0" presId="urn:microsoft.com/office/officeart/2005/8/layout/orgChart1"/>
    <dgm:cxn modelId="{B69441E0-887A-496C-8B57-A93D81B1F437}" type="presParOf" srcId="{608E76E6-8DAD-4864-BCC7-2DFFBF37D888}" destId="{FC3E660B-93EF-4C7F-A55B-7EE4AEA47445}" srcOrd="1" destOrd="0" presId="urn:microsoft.com/office/officeart/2005/8/layout/orgChart1"/>
    <dgm:cxn modelId="{9211C224-EE24-4D6C-8751-89CF3A7E2D2A}" type="presParOf" srcId="{FC3E660B-93EF-4C7F-A55B-7EE4AEA47445}" destId="{7F021749-94BE-495A-93DC-5538F39C300C}" srcOrd="0" destOrd="0" presId="urn:microsoft.com/office/officeart/2005/8/layout/orgChart1"/>
    <dgm:cxn modelId="{536B1476-3D64-4DBF-ACF9-D712FF858679}" type="presParOf" srcId="{7F021749-94BE-495A-93DC-5538F39C300C}" destId="{C4946F43-DCFF-4FDA-ACD9-06162FD918AA}" srcOrd="0" destOrd="0" presId="urn:microsoft.com/office/officeart/2005/8/layout/orgChart1"/>
    <dgm:cxn modelId="{464678A3-DB66-44D3-8898-0909FB9AC879}" type="presParOf" srcId="{7F021749-94BE-495A-93DC-5538F39C300C}" destId="{19AE6879-5481-4A29-B150-6346F09CEF05}" srcOrd="1" destOrd="0" presId="urn:microsoft.com/office/officeart/2005/8/layout/orgChart1"/>
    <dgm:cxn modelId="{7606BE28-B9D0-47B1-8721-6C939518EA7D}" type="presParOf" srcId="{FC3E660B-93EF-4C7F-A55B-7EE4AEA47445}" destId="{B7C3435F-0060-46E5-83F5-AF4EF66FBC92}" srcOrd="1" destOrd="0" presId="urn:microsoft.com/office/officeart/2005/8/layout/orgChart1"/>
    <dgm:cxn modelId="{26B7C349-5B25-4816-921D-E50D6F02661F}" type="presParOf" srcId="{FC3E660B-93EF-4C7F-A55B-7EE4AEA47445}" destId="{FB024E3D-1F1C-431A-B255-654C5B33CEF9}" srcOrd="2" destOrd="0" presId="urn:microsoft.com/office/officeart/2005/8/layout/orgChart1"/>
    <dgm:cxn modelId="{332FFA45-2D5C-438E-9B7B-F3DF8EA93270}" type="presParOf" srcId="{EA2F5E77-AEA5-4656-898C-710F8A6D0D4F}" destId="{C037DF2A-5DEF-49B4-85A7-F47EED0C3913}" srcOrd="2" destOrd="0" presId="urn:microsoft.com/office/officeart/2005/8/layout/orgChart1"/>
    <dgm:cxn modelId="{91C20955-4640-47FB-982F-52C972073FB3}" type="presParOf" srcId="{283CE263-1947-4F25-B328-2C8E5687F5B3}" destId="{6827C6BA-35E1-462A-954D-C2B07284DE6C}" srcOrd="6" destOrd="0" presId="urn:microsoft.com/office/officeart/2005/8/layout/orgChart1"/>
    <dgm:cxn modelId="{4FFF3CF4-C0A5-4A6B-9C0D-67AC462A9D1C}" type="presParOf" srcId="{283CE263-1947-4F25-B328-2C8E5687F5B3}" destId="{1C5D7A9F-4CDB-459E-84AD-D754D07249C3}" srcOrd="7" destOrd="0" presId="urn:microsoft.com/office/officeart/2005/8/layout/orgChart1"/>
    <dgm:cxn modelId="{FE49F4BA-9903-427E-AADB-A240CEDACFF1}" type="presParOf" srcId="{1C5D7A9F-4CDB-459E-84AD-D754D07249C3}" destId="{D6B88297-B0B0-42B1-80D2-BCD49F53D9A6}" srcOrd="0" destOrd="0" presId="urn:microsoft.com/office/officeart/2005/8/layout/orgChart1"/>
    <dgm:cxn modelId="{DADB38E6-A090-412F-AB23-E7264AB11B9A}" type="presParOf" srcId="{D6B88297-B0B0-42B1-80D2-BCD49F53D9A6}" destId="{52F2A2AE-C4FB-4541-AEE1-2449C3B6B475}" srcOrd="0" destOrd="0" presId="urn:microsoft.com/office/officeart/2005/8/layout/orgChart1"/>
    <dgm:cxn modelId="{6D65B407-D2E6-4B50-86E7-9774B8D6A10F}" type="presParOf" srcId="{D6B88297-B0B0-42B1-80D2-BCD49F53D9A6}" destId="{E1FDA9D3-E607-4CAC-A937-F7448D77B980}" srcOrd="1" destOrd="0" presId="urn:microsoft.com/office/officeart/2005/8/layout/orgChart1"/>
    <dgm:cxn modelId="{63C8D398-F85B-471F-8A1E-AE936E59994F}" type="presParOf" srcId="{1C5D7A9F-4CDB-459E-84AD-D754D07249C3}" destId="{001E1A17-C2F1-4670-A2BD-4ACD83E4F559}" srcOrd="1" destOrd="0" presId="urn:microsoft.com/office/officeart/2005/8/layout/orgChart1"/>
    <dgm:cxn modelId="{C8AF047C-B44E-4ECF-8D0B-6FC03D824383}" type="presParOf" srcId="{1C5D7A9F-4CDB-459E-84AD-D754D07249C3}" destId="{0A549EAC-6ECF-4DB2-AB89-62EDE610046E}" srcOrd="2" destOrd="0" presId="urn:microsoft.com/office/officeart/2005/8/layout/orgChart1"/>
    <dgm:cxn modelId="{DF67DC48-7A9F-4CEA-85B4-5A4B858E683D}" type="presParOf" srcId="{C9C2BF0F-B397-4A25-8960-99FC515E4488}" destId="{342FF2BB-C87B-4993-8057-6C48CAA6680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27C6BA-35E1-462A-954D-C2B07284DE6C}">
      <dsp:nvSpPr>
        <dsp:cNvPr id="0" name=""/>
        <dsp:cNvSpPr/>
      </dsp:nvSpPr>
      <dsp:spPr>
        <a:xfrm>
          <a:off x="5257800" y="538663"/>
          <a:ext cx="1948304" cy="2254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711"/>
              </a:lnTo>
              <a:lnTo>
                <a:pt x="1948304" y="112711"/>
              </a:lnTo>
              <a:lnTo>
                <a:pt x="1948304" y="22542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C1932B-0AEC-48A1-9B41-7812ACE6337C}">
      <dsp:nvSpPr>
        <dsp:cNvPr id="0" name=""/>
        <dsp:cNvSpPr/>
      </dsp:nvSpPr>
      <dsp:spPr>
        <a:xfrm>
          <a:off x="5477856" y="1300810"/>
          <a:ext cx="161016" cy="493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3785"/>
              </a:lnTo>
              <a:lnTo>
                <a:pt x="161016" y="4937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5CBAA7-3566-42DC-A117-75AAC96FF4E0}">
      <dsp:nvSpPr>
        <dsp:cNvPr id="0" name=""/>
        <dsp:cNvSpPr/>
      </dsp:nvSpPr>
      <dsp:spPr>
        <a:xfrm>
          <a:off x="5257800" y="538663"/>
          <a:ext cx="649434" cy="2254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711"/>
              </a:lnTo>
              <a:lnTo>
                <a:pt x="649434" y="112711"/>
              </a:lnTo>
              <a:lnTo>
                <a:pt x="649434" y="22542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A46936-50D7-4DEA-9B6E-B9AAADC499C2}">
      <dsp:nvSpPr>
        <dsp:cNvPr id="0" name=""/>
        <dsp:cNvSpPr/>
      </dsp:nvSpPr>
      <dsp:spPr>
        <a:xfrm>
          <a:off x="4178986" y="1300810"/>
          <a:ext cx="161016" cy="27802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80225"/>
              </a:lnTo>
              <a:lnTo>
                <a:pt x="161016" y="278022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C0A0B0-13D5-4A9D-B794-086C44959515}">
      <dsp:nvSpPr>
        <dsp:cNvPr id="0" name=""/>
        <dsp:cNvSpPr/>
      </dsp:nvSpPr>
      <dsp:spPr>
        <a:xfrm>
          <a:off x="4178986" y="1300810"/>
          <a:ext cx="161016" cy="20180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8078"/>
              </a:lnTo>
              <a:lnTo>
                <a:pt x="161016" y="201807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0B4467-F879-4F57-B1A2-960F6E5B8D11}">
      <dsp:nvSpPr>
        <dsp:cNvPr id="0" name=""/>
        <dsp:cNvSpPr/>
      </dsp:nvSpPr>
      <dsp:spPr>
        <a:xfrm>
          <a:off x="4178986" y="1300810"/>
          <a:ext cx="161016" cy="12559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5931"/>
              </a:lnTo>
              <a:lnTo>
                <a:pt x="161016" y="12559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8FA5A2-3DB1-4FBF-A414-690664336DC2}">
      <dsp:nvSpPr>
        <dsp:cNvPr id="0" name=""/>
        <dsp:cNvSpPr/>
      </dsp:nvSpPr>
      <dsp:spPr>
        <a:xfrm>
          <a:off x="4178986" y="1300810"/>
          <a:ext cx="161016" cy="493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3785"/>
              </a:lnTo>
              <a:lnTo>
                <a:pt x="161016" y="4937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8C21FF-AEBC-4867-B71E-6F28AF58503F}">
      <dsp:nvSpPr>
        <dsp:cNvPr id="0" name=""/>
        <dsp:cNvSpPr/>
      </dsp:nvSpPr>
      <dsp:spPr>
        <a:xfrm>
          <a:off x="4608365" y="538663"/>
          <a:ext cx="649434" cy="225423"/>
        </a:xfrm>
        <a:custGeom>
          <a:avLst/>
          <a:gdLst/>
          <a:ahLst/>
          <a:cxnLst/>
          <a:rect l="0" t="0" r="0" b="0"/>
          <a:pathLst>
            <a:path>
              <a:moveTo>
                <a:pt x="649434" y="0"/>
              </a:moveTo>
              <a:lnTo>
                <a:pt x="649434" y="112711"/>
              </a:lnTo>
              <a:lnTo>
                <a:pt x="0" y="112711"/>
              </a:lnTo>
              <a:lnTo>
                <a:pt x="0" y="22542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BC64EC-97CF-4525-A1B9-B31599FA48AA}">
      <dsp:nvSpPr>
        <dsp:cNvPr id="0" name=""/>
        <dsp:cNvSpPr/>
      </dsp:nvSpPr>
      <dsp:spPr>
        <a:xfrm>
          <a:off x="2880116" y="1300810"/>
          <a:ext cx="161016" cy="27802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80225"/>
              </a:lnTo>
              <a:lnTo>
                <a:pt x="161016" y="278022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D5767A-A270-4D76-A1A0-FFBAA15CD009}">
      <dsp:nvSpPr>
        <dsp:cNvPr id="0" name=""/>
        <dsp:cNvSpPr/>
      </dsp:nvSpPr>
      <dsp:spPr>
        <a:xfrm>
          <a:off x="2880116" y="1300810"/>
          <a:ext cx="161016" cy="20180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8078"/>
              </a:lnTo>
              <a:lnTo>
                <a:pt x="161016" y="201807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76005F-3B21-4BA7-9D4A-215E75BEE184}">
      <dsp:nvSpPr>
        <dsp:cNvPr id="0" name=""/>
        <dsp:cNvSpPr/>
      </dsp:nvSpPr>
      <dsp:spPr>
        <a:xfrm>
          <a:off x="2880116" y="1300810"/>
          <a:ext cx="161016" cy="12559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5931"/>
              </a:lnTo>
              <a:lnTo>
                <a:pt x="161016" y="12559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A68576-B0B5-45B3-AB10-7EAD96060702}">
      <dsp:nvSpPr>
        <dsp:cNvPr id="0" name=""/>
        <dsp:cNvSpPr/>
      </dsp:nvSpPr>
      <dsp:spPr>
        <a:xfrm>
          <a:off x="2880116" y="1300810"/>
          <a:ext cx="161016" cy="493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3785"/>
              </a:lnTo>
              <a:lnTo>
                <a:pt x="161016" y="4937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46A723-7CE5-4A45-A562-9DF30D194913}">
      <dsp:nvSpPr>
        <dsp:cNvPr id="0" name=""/>
        <dsp:cNvSpPr/>
      </dsp:nvSpPr>
      <dsp:spPr>
        <a:xfrm>
          <a:off x="3309495" y="538663"/>
          <a:ext cx="1948304" cy="225423"/>
        </a:xfrm>
        <a:custGeom>
          <a:avLst/>
          <a:gdLst/>
          <a:ahLst/>
          <a:cxnLst/>
          <a:rect l="0" t="0" r="0" b="0"/>
          <a:pathLst>
            <a:path>
              <a:moveTo>
                <a:pt x="1948304" y="0"/>
              </a:moveTo>
              <a:lnTo>
                <a:pt x="1948304" y="112711"/>
              </a:lnTo>
              <a:lnTo>
                <a:pt x="0" y="112711"/>
              </a:lnTo>
              <a:lnTo>
                <a:pt x="0" y="22542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22DCDF-3EF8-4DE4-9E1C-05968A7AEFCE}">
      <dsp:nvSpPr>
        <dsp:cNvPr id="0" name=""/>
        <dsp:cNvSpPr/>
      </dsp:nvSpPr>
      <dsp:spPr>
        <a:xfrm>
          <a:off x="4721076" y="1940"/>
          <a:ext cx="1073446" cy="536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/>
            <a:t>Index</a:t>
          </a:r>
        </a:p>
      </dsp:txBody>
      <dsp:txXfrm>
        <a:off x="4721076" y="1940"/>
        <a:ext cx="1073446" cy="536723"/>
      </dsp:txXfrm>
    </dsp:sp>
    <dsp:sp modelId="{6FA49515-A4B5-45BE-B945-587D343D66DC}">
      <dsp:nvSpPr>
        <dsp:cNvPr id="0" name=""/>
        <dsp:cNvSpPr/>
      </dsp:nvSpPr>
      <dsp:spPr>
        <a:xfrm>
          <a:off x="2772772" y="764087"/>
          <a:ext cx="1073446" cy="536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Home</a:t>
          </a:r>
          <a:endParaRPr lang="pt-BR" sz="1400" kern="1200" dirty="0"/>
        </a:p>
      </dsp:txBody>
      <dsp:txXfrm>
        <a:off x="2772772" y="764087"/>
        <a:ext cx="1073446" cy="536723"/>
      </dsp:txXfrm>
    </dsp:sp>
    <dsp:sp modelId="{F871C937-A477-47AA-80F9-EAF6E04B6B9E}">
      <dsp:nvSpPr>
        <dsp:cNvPr id="0" name=""/>
        <dsp:cNvSpPr/>
      </dsp:nvSpPr>
      <dsp:spPr>
        <a:xfrm>
          <a:off x="3041133" y="1526234"/>
          <a:ext cx="1073446" cy="536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Quem Somos?</a:t>
          </a:r>
          <a:endParaRPr lang="pt-BR" sz="1400" kern="1200" dirty="0"/>
        </a:p>
      </dsp:txBody>
      <dsp:txXfrm>
        <a:off x="3041133" y="1526234"/>
        <a:ext cx="1073446" cy="536723"/>
      </dsp:txXfrm>
    </dsp:sp>
    <dsp:sp modelId="{52123BCE-43C7-4135-8A29-0FDE8FAEACB8}">
      <dsp:nvSpPr>
        <dsp:cNvPr id="0" name=""/>
        <dsp:cNvSpPr/>
      </dsp:nvSpPr>
      <dsp:spPr>
        <a:xfrm>
          <a:off x="3041133" y="2288380"/>
          <a:ext cx="1073446" cy="536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Administração</a:t>
          </a:r>
          <a:endParaRPr lang="pt-BR" sz="1400" kern="1200" dirty="0"/>
        </a:p>
      </dsp:txBody>
      <dsp:txXfrm>
        <a:off x="3041133" y="2288380"/>
        <a:ext cx="1073446" cy="536723"/>
      </dsp:txXfrm>
    </dsp:sp>
    <dsp:sp modelId="{88135C38-6F50-46C6-87EC-DD7D5D974465}">
      <dsp:nvSpPr>
        <dsp:cNvPr id="0" name=""/>
        <dsp:cNvSpPr/>
      </dsp:nvSpPr>
      <dsp:spPr>
        <a:xfrm>
          <a:off x="3041133" y="3050527"/>
          <a:ext cx="1073446" cy="536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Estádio</a:t>
          </a:r>
          <a:endParaRPr lang="pt-BR" sz="1400" kern="1200" dirty="0"/>
        </a:p>
      </dsp:txBody>
      <dsp:txXfrm>
        <a:off x="3041133" y="3050527"/>
        <a:ext cx="1073446" cy="536723"/>
      </dsp:txXfrm>
    </dsp:sp>
    <dsp:sp modelId="{214B48D9-CB16-45C5-A999-7D7187D843C4}">
      <dsp:nvSpPr>
        <dsp:cNvPr id="0" name=""/>
        <dsp:cNvSpPr/>
      </dsp:nvSpPr>
      <dsp:spPr>
        <a:xfrm>
          <a:off x="3041133" y="3812674"/>
          <a:ext cx="1073446" cy="536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História de Fundação</a:t>
          </a:r>
          <a:endParaRPr lang="pt-BR" sz="1400" kern="1200" dirty="0"/>
        </a:p>
      </dsp:txBody>
      <dsp:txXfrm>
        <a:off x="3041133" y="3812674"/>
        <a:ext cx="1073446" cy="536723"/>
      </dsp:txXfrm>
    </dsp:sp>
    <dsp:sp modelId="{A6A3B257-D618-47C5-97B9-B876DEC01EA1}">
      <dsp:nvSpPr>
        <dsp:cNvPr id="0" name=""/>
        <dsp:cNvSpPr/>
      </dsp:nvSpPr>
      <dsp:spPr>
        <a:xfrm>
          <a:off x="4071642" y="764087"/>
          <a:ext cx="1073446" cy="536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/>
            <a:t>Serviços</a:t>
          </a:r>
        </a:p>
      </dsp:txBody>
      <dsp:txXfrm>
        <a:off x="4071642" y="764087"/>
        <a:ext cx="1073446" cy="536723"/>
      </dsp:txXfrm>
    </dsp:sp>
    <dsp:sp modelId="{377FD229-5E4C-43DE-BC04-3A0B7CBADBE8}">
      <dsp:nvSpPr>
        <dsp:cNvPr id="0" name=""/>
        <dsp:cNvSpPr/>
      </dsp:nvSpPr>
      <dsp:spPr>
        <a:xfrm>
          <a:off x="4340003" y="1526234"/>
          <a:ext cx="1073446" cy="536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Modalidades</a:t>
          </a:r>
          <a:endParaRPr lang="pt-BR" sz="1400" kern="1200" dirty="0"/>
        </a:p>
      </dsp:txBody>
      <dsp:txXfrm>
        <a:off x="4340003" y="1526234"/>
        <a:ext cx="1073446" cy="536723"/>
      </dsp:txXfrm>
    </dsp:sp>
    <dsp:sp modelId="{E05BA5D5-F2B8-4162-9C40-FB21EDA0E8E2}">
      <dsp:nvSpPr>
        <dsp:cNvPr id="0" name=""/>
        <dsp:cNvSpPr/>
      </dsp:nvSpPr>
      <dsp:spPr>
        <a:xfrm>
          <a:off x="4340003" y="2288380"/>
          <a:ext cx="1073446" cy="536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Elencos</a:t>
          </a:r>
          <a:endParaRPr lang="pt-BR" sz="1400" kern="1200" dirty="0"/>
        </a:p>
      </dsp:txBody>
      <dsp:txXfrm>
        <a:off x="4340003" y="2288380"/>
        <a:ext cx="1073446" cy="536723"/>
      </dsp:txXfrm>
    </dsp:sp>
    <dsp:sp modelId="{C3F6E73A-0DF0-44B3-9F69-5A25967EE9D0}">
      <dsp:nvSpPr>
        <dsp:cNvPr id="0" name=""/>
        <dsp:cNvSpPr/>
      </dsp:nvSpPr>
      <dsp:spPr>
        <a:xfrm>
          <a:off x="4340003" y="3050527"/>
          <a:ext cx="1073446" cy="536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Uniformes</a:t>
          </a:r>
          <a:endParaRPr lang="pt-BR" sz="1400" kern="1200" dirty="0"/>
        </a:p>
      </dsp:txBody>
      <dsp:txXfrm>
        <a:off x="4340003" y="3050527"/>
        <a:ext cx="1073446" cy="536723"/>
      </dsp:txXfrm>
    </dsp:sp>
    <dsp:sp modelId="{06BE0A84-A47E-4E22-B32F-E2C99CDE9BBC}">
      <dsp:nvSpPr>
        <dsp:cNvPr id="0" name=""/>
        <dsp:cNvSpPr/>
      </dsp:nvSpPr>
      <dsp:spPr>
        <a:xfrm>
          <a:off x="4340003" y="3812674"/>
          <a:ext cx="1073446" cy="536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Conquistas</a:t>
          </a:r>
          <a:endParaRPr lang="pt-BR" sz="1400" kern="1200" dirty="0"/>
        </a:p>
      </dsp:txBody>
      <dsp:txXfrm>
        <a:off x="4340003" y="3812674"/>
        <a:ext cx="1073446" cy="536723"/>
      </dsp:txXfrm>
    </dsp:sp>
    <dsp:sp modelId="{27C29F2D-EF0C-497B-9574-9BA1E29FB0DD}">
      <dsp:nvSpPr>
        <dsp:cNvPr id="0" name=""/>
        <dsp:cNvSpPr/>
      </dsp:nvSpPr>
      <dsp:spPr>
        <a:xfrm>
          <a:off x="5370511" y="764087"/>
          <a:ext cx="1073446" cy="536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/>
            <a:t>Contato</a:t>
          </a:r>
        </a:p>
      </dsp:txBody>
      <dsp:txXfrm>
        <a:off x="5370511" y="764087"/>
        <a:ext cx="1073446" cy="536723"/>
      </dsp:txXfrm>
    </dsp:sp>
    <dsp:sp modelId="{C4946F43-DCFF-4FDA-ACD9-06162FD918AA}">
      <dsp:nvSpPr>
        <dsp:cNvPr id="0" name=""/>
        <dsp:cNvSpPr/>
      </dsp:nvSpPr>
      <dsp:spPr>
        <a:xfrm>
          <a:off x="5638873" y="1526234"/>
          <a:ext cx="1073446" cy="536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Números para contato</a:t>
          </a:r>
          <a:endParaRPr lang="pt-BR" sz="1400" kern="1200" dirty="0"/>
        </a:p>
      </dsp:txBody>
      <dsp:txXfrm>
        <a:off x="5638873" y="1526234"/>
        <a:ext cx="1073446" cy="536723"/>
      </dsp:txXfrm>
    </dsp:sp>
    <dsp:sp modelId="{52F2A2AE-C4FB-4541-AEE1-2449C3B6B475}">
      <dsp:nvSpPr>
        <dsp:cNvPr id="0" name=""/>
        <dsp:cNvSpPr/>
      </dsp:nvSpPr>
      <dsp:spPr>
        <a:xfrm>
          <a:off x="6669381" y="764087"/>
          <a:ext cx="1073446" cy="536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/>
            <a:t>Mapa do Site</a:t>
          </a:r>
        </a:p>
      </dsp:txBody>
      <dsp:txXfrm>
        <a:off x="6669381" y="764087"/>
        <a:ext cx="1073446" cy="5367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EA2A20-4B67-F00B-A7BD-52E689742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74792D-7ED7-18D1-B1DE-5C2EE718B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0E076C-78EA-68EA-B7C0-F3AE517E1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BA517-63E6-489C-B4BF-91EEE3A4DE1B}" type="datetimeFigureOut">
              <a:rPr lang="pt-BR" smtClean="0"/>
              <a:t>27/10/2022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729E1D-7AA1-8D02-E0D1-6926F54D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394CBF-D66C-17A6-F2E5-9BC56A02F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E44C-A5E5-4E38-9D88-F096C2448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0952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9DB6F-7AB7-632A-D29E-BB735AE5D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A19223-8497-E42F-CC79-EEA6ACD32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6CC356-FA0C-8AF2-C56D-7BDBCCA6C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BA517-63E6-489C-B4BF-91EEE3A4DE1B}" type="datetimeFigureOut">
              <a:rPr lang="pt-BR" smtClean="0"/>
              <a:t>27/10/2022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B10DB6-92AC-5590-497F-9D63B0EBF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DBF1D4-5035-C087-5917-AEF1A259E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E44C-A5E5-4E38-9D88-F096C2448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8739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8E023F-95C5-955F-3F65-A97DC8AF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C05CC5-DF58-B796-5FF5-70A70BD2D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A0E4DB-0C26-977B-56E5-2D80AAB6C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BA517-63E6-489C-B4BF-91EEE3A4DE1B}" type="datetimeFigureOut">
              <a:rPr lang="pt-BR" smtClean="0"/>
              <a:t>27/10/2022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D53DB1-18C8-CBBD-EADB-E01BDF2A8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33D860-FC38-F95B-7732-14C8457CF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E44C-A5E5-4E38-9D88-F096C2448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621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A09943-96D6-6F00-EB74-DE8C81978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B6DA04-2331-398B-54B6-8BF870FCA1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63CCC77-D0E7-6DBF-E1CC-D2F459D8E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BAB215-B2A8-5A70-070F-3229158E3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BA517-63E6-489C-B4BF-91EEE3A4DE1B}" type="datetimeFigureOut">
              <a:rPr lang="pt-BR" smtClean="0"/>
              <a:t>27/10/2022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106304-09E5-64A0-938D-FC99CE6EF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757A27-40B8-87D8-2AD0-AE367C8DE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E44C-A5E5-4E38-9D88-F096C2448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8084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9FA194-F25E-1015-D4F4-8D16E51F2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02AB45-71B1-3092-4A64-A20D2F78B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00BFDC-D8B2-34DC-B757-389FDFA12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C6D4AB-345D-DDDD-DA09-AF520CB98C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6BB3E20-D38A-D5C6-6F19-C8836889E5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B6A137E-90F3-16D8-A7BC-5AC357B9C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BA517-63E6-489C-B4BF-91EEE3A4DE1B}" type="datetimeFigureOut">
              <a:rPr lang="pt-BR" smtClean="0"/>
              <a:t>27/10/2022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5AB4E5E-69AA-691F-C6FC-2105864D0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9F70420-8356-7968-0F91-AD7DAFDB9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E44C-A5E5-4E38-9D88-F096C2448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2736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D3FB7-162A-26A9-B162-5DDCDD44C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99A1184-9266-7913-7E1E-485BFCB46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BA517-63E6-489C-B4BF-91EEE3A4DE1B}" type="datetimeFigureOut">
              <a:rPr lang="pt-BR" smtClean="0"/>
              <a:t>27/10/2022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00E9F41-BEB7-A1DB-1D65-4EF895FE3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84B5C51-A6E6-4015-8749-2CCBEB9F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E44C-A5E5-4E38-9D88-F096C2448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4689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79E1ADD-54D7-54FE-3641-410BB1EC2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BA517-63E6-489C-B4BF-91EEE3A4DE1B}" type="datetimeFigureOut">
              <a:rPr lang="pt-BR" smtClean="0"/>
              <a:t>27/10/2022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22371B9-7E3E-54F1-5532-2FAF9D86E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DDB6E3-6102-7608-0D62-5FAE91450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E44C-A5E5-4E38-9D88-F096C2448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637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65466-EDBB-7E9D-D5AD-276D38B7D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AF3B14-A119-1788-DBD7-1E63B5643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28C0C42-E3BC-CEED-CC46-16B084793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FE0C9C3-CF7F-1A16-310C-39F9C9A62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BA517-63E6-489C-B4BF-91EEE3A4DE1B}" type="datetimeFigureOut">
              <a:rPr lang="pt-BR" smtClean="0"/>
              <a:t>27/10/2022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DEF0B9-D71F-A9EC-6949-7F5B947F9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0738CDA-C3CF-DA85-BC4A-360FC73AC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E44C-A5E5-4E38-9D88-F096C2448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1653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37347-74B5-EC9D-6303-5F683BA68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95C7D33-E90B-AA00-CA7A-062CF00DC9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A16E2D8-1246-3FDC-601A-E49670FB8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D83F28-12C1-9FA5-DB6F-0804131E7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BA517-63E6-489C-B4BF-91EEE3A4DE1B}" type="datetimeFigureOut">
              <a:rPr lang="pt-BR" smtClean="0"/>
              <a:t>27/10/2022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CEDC0F-6829-4191-E23F-363F3C2D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8C2A54-8D8D-F6DF-9285-6F966BCF3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E44C-A5E5-4E38-9D88-F096C2448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8553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1DCF25-919E-484A-EA05-69D5B5EA6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1C39B0-E8B8-B990-49C3-751D4F5A1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B50BCB-89EE-4112-2FD2-8A0285BFF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BA517-63E6-489C-B4BF-91EEE3A4DE1B}" type="datetimeFigureOut">
              <a:rPr lang="pt-BR" smtClean="0"/>
              <a:t>27/10/2022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3ECDB3-72A8-0738-1AA4-DF9C27030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B8BADA-B73A-E823-DADB-8CF3BC8B0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E44C-A5E5-4E38-9D88-F096C2448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9350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08BEA7-F4BF-515C-A516-BC1FE830FF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0DCAFCA-498B-51EC-DC11-63BDA21DA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31E725-8AE7-77E2-BA7B-62F02F450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BA517-63E6-489C-B4BF-91EEE3A4DE1B}" type="datetimeFigureOut">
              <a:rPr lang="pt-BR" smtClean="0"/>
              <a:t>27/10/2022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A59298-F21B-D76C-4696-13841A8B2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31663A-A8C2-E923-4980-4C2B4088D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E44C-A5E5-4E38-9D88-F096C2448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3073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83BA844-6B71-26CE-17EC-0EA73244D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256915-3FBB-4A70-BC97-5DC116605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B51D60-3D39-7045-8E4E-41348D6FB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BA517-63E6-489C-B4BF-91EEE3A4DE1B}" type="datetimeFigureOut">
              <a:rPr lang="pt-BR" smtClean="0"/>
              <a:t>27/10/2022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2DD14A-6BEF-F638-F18A-2F8549B34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4463B8-9859-088D-3541-3CE128EE9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72E44C-A5E5-4E38-9D88-F096C2448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364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FC6C6-6D8E-9221-A96A-9E4B89067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7483"/>
            <a:ext cx="9144000" cy="2387600"/>
          </a:xfrm>
        </p:spPr>
        <p:txBody>
          <a:bodyPr>
            <a:normAutofit/>
          </a:bodyPr>
          <a:lstStyle/>
          <a:p>
            <a:r>
              <a:rPr lang="pt-B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Mapa de AI </a:t>
            </a:r>
            <a:br>
              <a:rPr lang="pt-B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Site XYZ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D266A7-FA43-1E1E-805A-49153FD711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73681"/>
            <a:ext cx="9144000" cy="3810000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3200" dirty="0"/>
              <a:t>Matrícula: </a:t>
            </a:r>
            <a:r>
              <a:rPr lang="pt-BR" sz="3200" dirty="0" smtClean="0"/>
              <a:t>0200832211030</a:t>
            </a:r>
            <a:endParaRPr lang="pt-BR" sz="3200" dirty="0"/>
          </a:p>
          <a:p>
            <a:pPr algn="l"/>
            <a:r>
              <a:rPr lang="pt-BR" sz="3200" dirty="0"/>
              <a:t>Nome: </a:t>
            </a:r>
            <a:r>
              <a:rPr lang="pt-BR" sz="3200" dirty="0" smtClean="0"/>
              <a:t>Nicolas </a:t>
            </a:r>
            <a:r>
              <a:rPr lang="pt-BR" sz="3200" dirty="0" err="1" smtClean="0"/>
              <a:t>Rissi</a:t>
            </a:r>
            <a:endParaRPr lang="pt-BR" sz="3200" dirty="0"/>
          </a:p>
          <a:p>
            <a:pPr algn="l"/>
            <a:r>
              <a:rPr lang="pt-BR" sz="3200" dirty="0"/>
              <a:t>Semestre: 2º Sem. CST em Sistemas para Internet</a:t>
            </a:r>
          </a:p>
          <a:p>
            <a:pPr algn="l"/>
            <a:endParaRPr lang="pt-BR" sz="3200" dirty="0"/>
          </a:p>
          <a:p>
            <a:pPr algn="l"/>
            <a:r>
              <a:rPr lang="pt-BR" sz="3200" dirty="0"/>
              <a:t>Disciplina: Padrões de Projeto de Sítios Internet 2</a:t>
            </a:r>
          </a:p>
          <a:p>
            <a:pPr algn="l"/>
            <a:r>
              <a:rPr lang="pt-BR" sz="3200" dirty="0"/>
              <a:t>Professor: Alex Batista</a:t>
            </a:r>
          </a:p>
          <a:p>
            <a:pPr algn="l"/>
            <a:r>
              <a:rPr lang="pt-BR" sz="3200" dirty="0"/>
              <a:t>2º Semestre de 2022</a:t>
            </a:r>
          </a:p>
          <a:p>
            <a:pPr algn="l"/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641367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C00488-E95F-5899-2591-845E6C9F5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b="1" dirty="0"/>
              <a:t>Mapa de Arquitetura da Informação (AI) – Site XYZ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C8E0BFB1-E24F-55B1-45C4-D6A2CBDA52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504272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67532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73</Words>
  <Application>Microsoft Office PowerPoint</Application>
  <PresentationFormat>Widescreen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Mapa de AI  Site XYZ</vt:lpstr>
      <vt:lpstr>Mapa de Arquitetura da Informação (AI) – Site XYZ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ALEX PAULO LOPES BATISTA</dc:creator>
  <cp:lastModifiedBy>NICOLAS RISSI</cp:lastModifiedBy>
  <cp:revision>5</cp:revision>
  <dcterms:created xsi:type="dcterms:W3CDTF">2022-09-29T16:18:59Z</dcterms:created>
  <dcterms:modified xsi:type="dcterms:W3CDTF">2022-10-27T13:42:12Z</dcterms:modified>
</cp:coreProperties>
</file>